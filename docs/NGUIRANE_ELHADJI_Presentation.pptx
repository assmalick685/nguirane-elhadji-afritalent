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0"/>
  </p:notesMasterIdLst>
  <p:handoutMasterIdLst>
    <p:handoutMasterId r:id="rId21"/>
  </p:handoutMasterIdLst>
  <p:sldIdLst>
    <p:sldId id="256" r:id="rId5"/>
    <p:sldId id="257" r:id="rId6"/>
    <p:sldId id="286" r:id="rId7"/>
    <p:sldId id="288" r:id="rId8"/>
    <p:sldId id="289" r:id="rId9"/>
    <p:sldId id="297" r:id="rId10"/>
    <p:sldId id="290" r:id="rId11"/>
    <p:sldId id="291" r:id="rId12"/>
    <p:sldId id="292" r:id="rId13"/>
    <p:sldId id="295" r:id="rId14"/>
    <p:sldId id="294" r:id="rId15"/>
    <p:sldId id="298" r:id="rId16"/>
    <p:sldId id="300" r:id="rId17"/>
    <p:sldId id="296" r:id="rId18"/>
    <p:sldId id="301" r:id="rId19"/>
  </p:sldIdLst>
  <p:sldSz cx="12192000" cy="6858000"/>
  <p:notesSz cx="6858000" cy="9144000"/>
  <p:defaultTextStyle>
    <a:defPPr rtl="0">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eu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593A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646" autoAdjust="0"/>
  </p:normalViewPr>
  <p:slideViewPr>
    <p:cSldViewPr snapToGrid="0">
      <p:cViewPr varScale="1">
        <p:scale>
          <a:sx n="68" d="100"/>
          <a:sy n="68" d="100"/>
        </p:scale>
        <p:origin x="616" y="64"/>
      </p:cViewPr>
      <p:guideLst/>
    </p:cSldViewPr>
  </p:slideViewPr>
  <p:outlineViewPr>
    <p:cViewPr>
      <p:scale>
        <a:sx n="33" d="100"/>
        <a:sy n="33" d="100"/>
      </p:scale>
      <p:origin x="0" y="-5760"/>
    </p:cViewPr>
  </p:outlineViewPr>
  <p:notesTextViewPr>
    <p:cViewPr>
      <p:scale>
        <a:sx n="1" d="1"/>
        <a:sy n="1" d="1"/>
      </p:scale>
      <p:origin x="0" y="0"/>
    </p:cViewPr>
  </p:notesTextViewPr>
  <p:sorterViewPr>
    <p:cViewPr varScale="1">
      <p:scale>
        <a:sx n="100" d="100"/>
        <a:sy n="100" d="100"/>
      </p:scale>
      <p:origin x="0" y="-7325"/>
    </p:cViewPr>
  </p:sorterViewPr>
  <p:notesViewPr>
    <p:cSldViewPr snapToGrid="0">
      <p:cViewPr varScale="1">
        <p:scale>
          <a:sx n="97" d="100"/>
          <a:sy n="97" d="100"/>
        </p:scale>
        <p:origin x="2868"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7FB8B65A-D69F-C26C-B67E-036EF77BF1F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a:extLst>
              <a:ext uri="{FF2B5EF4-FFF2-40B4-BE49-F238E27FC236}">
                <a16:creationId xmlns:a16="http://schemas.microsoft.com/office/drawing/2014/main" id="{652B9064-AE57-427F-E5AF-71DE7D52FE6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52A714CA-BB23-4F17-A1E5-A7E59E550005}" type="datetime1">
              <a:rPr lang="fr-FR" smtClean="0"/>
              <a:t>17/06/2026</a:t>
            </a:fld>
            <a:endParaRPr lang="fr-FR" dirty="0"/>
          </a:p>
        </p:txBody>
      </p:sp>
      <p:sp>
        <p:nvSpPr>
          <p:cNvPr id="4" name="Espace réservé du pied de page 3">
            <a:extLst>
              <a:ext uri="{FF2B5EF4-FFF2-40B4-BE49-F238E27FC236}">
                <a16:creationId xmlns:a16="http://schemas.microsoft.com/office/drawing/2014/main" id="{8186157A-CEB9-B0FC-3A49-BE950AEAD6F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5" name="Espace réservé du numéro de diapositive 4">
            <a:extLst>
              <a:ext uri="{FF2B5EF4-FFF2-40B4-BE49-F238E27FC236}">
                <a16:creationId xmlns:a16="http://schemas.microsoft.com/office/drawing/2014/main" id="{E0819CA0-A57D-42D7-A625-56C22D0FA7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EAFF3A6F-DEFA-45E0-9496-BEE7C2C6F3D0}" type="slidenum">
              <a:rPr lang="fr-FR" smtClean="0"/>
              <a:t>‹N°›</a:t>
            </a:fld>
            <a:endParaRPr lang="fr-FR" dirty="0"/>
          </a:p>
        </p:txBody>
      </p:sp>
    </p:spTree>
    <p:extLst>
      <p:ext uri="{BB962C8B-B14F-4D97-AF65-F5344CB8AC3E}">
        <p14:creationId xmlns:p14="http://schemas.microsoft.com/office/powerpoint/2010/main" val="140600222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lang="fr-FR" sz="1200"/>
            </a:lvl1pPr>
          </a:lstStyle>
          <a:p>
            <a:pPr rtl="0"/>
            <a:endParaRPr lang="fr-FR"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lang="fr-FR" sz="1200"/>
            </a:lvl1pPr>
          </a:lstStyle>
          <a:p>
            <a:pPr rtl="0"/>
            <a:fld id="{7D9FD98B-ABAD-47D0-AEF3-E7E088603B18}" type="datetime1">
              <a:rPr lang="fr-FR" smtClean="0"/>
              <a:t>17/06/2026</a:t>
            </a:fld>
            <a:endParaRPr lang="fr-FR"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defPPr>
              <a:defRPr lang="fr-FR"/>
            </a:defPPr>
          </a:lstStyle>
          <a:p>
            <a:pPr rtl="0"/>
            <a:endParaRPr lang="fr-FR"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lang="fr-FR" sz="1200"/>
            </a:lvl1pPr>
          </a:lstStyle>
          <a:p>
            <a:pPr rtl="0"/>
            <a:endParaRPr lang="fr-FR"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lang="fr-FR" sz="1200"/>
            </a:lvl1pPr>
          </a:lstStyle>
          <a:p>
            <a:pPr rtl="0"/>
            <a:fld id="{F97DC217-DF71-1A49-B3EA-559F1F43B0FF}" type="slidenum">
              <a:rPr lang="fr-FR" smtClean="0"/>
              <a:t>‹N°›</a:t>
            </a:fld>
            <a:endParaRPr lang="fr-FR" dirty="0"/>
          </a:p>
        </p:txBody>
      </p:sp>
    </p:spTree>
    <p:extLst>
      <p:ext uri="{BB962C8B-B14F-4D97-AF65-F5344CB8AC3E}">
        <p14:creationId xmlns:p14="http://schemas.microsoft.com/office/powerpoint/2010/main" val="284642520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lang="fr-FR" sz="1200" kern="1200">
        <a:solidFill>
          <a:schemeClr val="tx1"/>
        </a:solidFill>
        <a:latin typeface="+mn-lt"/>
        <a:ea typeface="+mn-ea"/>
        <a:cs typeface="+mn-cs"/>
      </a:defRPr>
    </a:lvl1pPr>
    <a:lvl2pPr marL="457200" algn="l" defTabSz="914400" rtl="0" eaLnBrk="1" latinLnBrk="0" hangingPunct="1">
      <a:defRPr lang="fr-FR" sz="1200" kern="1200">
        <a:solidFill>
          <a:schemeClr val="tx1"/>
        </a:solidFill>
        <a:latin typeface="+mn-lt"/>
        <a:ea typeface="+mn-ea"/>
        <a:cs typeface="+mn-cs"/>
      </a:defRPr>
    </a:lvl2pPr>
    <a:lvl3pPr marL="914400" algn="l" defTabSz="914400" rtl="0" eaLnBrk="1" latinLnBrk="0" hangingPunct="1">
      <a:defRPr lang="fr-FR" sz="1200" kern="1200">
        <a:solidFill>
          <a:schemeClr val="tx1"/>
        </a:solidFill>
        <a:latin typeface="+mn-lt"/>
        <a:ea typeface="+mn-ea"/>
        <a:cs typeface="+mn-cs"/>
      </a:defRPr>
    </a:lvl3pPr>
    <a:lvl4pPr marL="1371600" algn="l" defTabSz="914400" rtl="0" eaLnBrk="1" latinLnBrk="0" hangingPunct="1">
      <a:defRPr lang="fr-FR" sz="1200" kern="1200">
        <a:solidFill>
          <a:schemeClr val="tx1"/>
        </a:solidFill>
        <a:latin typeface="+mn-lt"/>
        <a:ea typeface="+mn-ea"/>
        <a:cs typeface="+mn-cs"/>
      </a:defRPr>
    </a:lvl4pPr>
    <a:lvl5pPr marL="1828800" algn="l" defTabSz="914400" rtl="0" eaLnBrk="1" latinLnBrk="0" hangingPunct="1">
      <a:defRPr lang="fr-FR" sz="1200" kern="1200">
        <a:solidFill>
          <a:schemeClr val="tx1"/>
        </a:solidFill>
        <a:latin typeface="+mn-lt"/>
        <a:ea typeface="+mn-ea"/>
        <a:cs typeface="+mn-cs"/>
      </a:defRPr>
    </a:lvl5pPr>
    <a:lvl6pPr marL="2286000" algn="l" defTabSz="914400" rtl="0" eaLnBrk="1" latinLnBrk="0" hangingPunct="1">
      <a:defRPr lang="fr-FR" sz="1200" kern="1200">
        <a:solidFill>
          <a:schemeClr val="tx1"/>
        </a:solidFill>
        <a:latin typeface="+mn-lt"/>
        <a:ea typeface="+mn-ea"/>
        <a:cs typeface="+mn-cs"/>
      </a:defRPr>
    </a:lvl6pPr>
    <a:lvl7pPr marL="2743200" algn="l" defTabSz="914400" rtl="0" eaLnBrk="1" latinLnBrk="0" hangingPunct="1">
      <a:defRPr lang="fr-FR" sz="1200" kern="1200">
        <a:solidFill>
          <a:schemeClr val="tx1"/>
        </a:solidFill>
        <a:latin typeface="+mn-lt"/>
        <a:ea typeface="+mn-ea"/>
        <a:cs typeface="+mn-cs"/>
      </a:defRPr>
    </a:lvl7pPr>
    <a:lvl8pPr marL="3200400" algn="l" defTabSz="914400" rtl="0" eaLnBrk="1" latinLnBrk="0" hangingPunct="1">
      <a:defRPr lang="fr-FR" sz="1200" kern="1200">
        <a:solidFill>
          <a:schemeClr val="tx1"/>
        </a:solidFill>
        <a:latin typeface="+mn-lt"/>
        <a:ea typeface="+mn-ea"/>
        <a:cs typeface="+mn-cs"/>
      </a:defRPr>
    </a:lvl8pPr>
    <a:lvl9pPr marL="3657600" algn="l" defTabSz="914400" rtl="0" eaLnBrk="1" latinLnBrk="0" hangingPunct="1">
      <a:defRPr lang="fr-F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a:t>
            </a:fld>
            <a:endParaRPr lang="fr-FR" dirty="0"/>
          </a:p>
        </p:txBody>
      </p:sp>
    </p:spTree>
    <p:extLst>
      <p:ext uri="{BB962C8B-B14F-4D97-AF65-F5344CB8AC3E}">
        <p14:creationId xmlns:p14="http://schemas.microsoft.com/office/powerpoint/2010/main" val="21693858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2</a:t>
            </a:fld>
            <a:endParaRPr lang="fr-FR" dirty="0"/>
          </a:p>
        </p:txBody>
      </p:sp>
    </p:spTree>
    <p:extLst>
      <p:ext uri="{BB962C8B-B14F-4D97-AF65-F5344CB8AC3E}">
        <p14:creationId xmlns:p14="http://schemas.microsoft.com/office/powerpoint/2010/main" val="29152478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3</a:t>
            </a:fld>
            <a:endParaRPr lang="fr-FR" dirty="0"/>
          </a:p>
        </p:txBody>
      </p:sp>
    </p:spTree>
    <p:extLst>
      <p:ext uri="{BB962C8B-B14F-4D97-AF65-F5344CB8AC3E}">
        <p14:creationId xmlns:p14="http://schemas.microsoft.com/office/powerpoint/2010/main" val="19389489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4</a:t>
            </a:fld>
            <a:endParaRPr lang="fr-FR" dirty="0"/>
          </a:p>
        </p:txBody>
      </p:sp>
    </p:spTree>
    <p:extLst>
      <p:ext uri="{BB962C8B-B14F-4D97-AF65-F5344CB8AC3E}">
        <p14:creationId xmlns:p14="http://schemas.microsoft.com/office/powerpoint/2010/main" val="3862743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5</a:t>
            </a:fld>
            <a:endParaRPr lang="fr-FR" dirty="0"/>
          </a:p>
        </p:txBody>
      </p:sp>
    </p:spTree>
    <p:extLst>
      <p:ext uri="{BB962C8B-B14F-4D97-AF65-F5344CB8AC3E}">
        <p14:creationId xmlns:p14="http://schemas.microsoft.com/office/powerpoint/2010/main" val="4194793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6</a:t>
            </a:fld>
            <a:endParaRPr lang="fr-FR" dirty="0"/>
          </a:p>
        </p:txBody>
      </p:sp>
    </p:spTree>
    <p:extLst>
      <p:ext uri="{BB962C8B-B14F-4D97-AF65-F5344CB8AC3E}">
        <p14:creationId xmlns:p14="http://schemas.microsoft.com/office/powerpoint/2010/main" val="14251592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7</a:t>
            </a:fld>
            <a:endParaRPr lang="fr-FR" dirty="0"/>
          </a:p>
        </p:txBody>
      </p:sp>
    </p:spTree>
    <p:extLst>
      <p:ext uri="{BB962C8B-B14F-4D97-AF65-F5344CB8AC3E}">
        <p14:creationId xmlns:p14="http://schemas.microsoft.com/office/powerpoint/2010/main" val="16390868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8</a:t>
            </a:fld>
            <a:endParaRPr lang="fr-FR" dirty="0"/>
          </a:p>
        </p:txBody>
      </p:sp>
    </p:spTree>
    <p:extLst>
      <p:ext uri="{BB962C8B-B14F-4D97-AF65-F5344CB8AC3E}">
        <p14:creationId xmlns:p14="http://schemas.microsoft.com/office/powerpoint/2010/main" val="9648444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9</a:t>
            </a:fld>
            <a:endParaRPr lang="fr-FR" dirty="0"/>
          </a:p>
        </p:txBody>
      </p:sp>
    </p:spTree>
    <p:extLst>
      <p:ext uri="{BB962C8B-B14F-4D97-AF65-F5344CB8AC3E}">
        <p14:creationId xmlns:p14="http://schemas.microsoft.com/office/powerpoint/2010/main" val="16168571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10</a:t>
            </a:fld>
            <a:endParaRPr lang="fr-FR" dirty="0"/>
          </a:p>
        </p:txBody>
      </p:sp>
    </p:spTree>
    <p:extLst>
      <p:ext uri="{BB962C8B-B14F-4D97-AF65-F5344CB8AC3E}">
        <p14:creationId xmlns:p14="http://schemas.microsoft.com/office/powerpoint/2010/main" val="2474778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11</a:t>
            </a:fld>
            <a:endParaRPr lang="fr-FR" dirty="0"/>
          </a:p>
        </p:txBody>
      </p:sp>
    </p:spTree>
    <p:extLst>
      <p:ext uri="{BB962C8B-B14F-4D97-AF65-F5344CB8AC3E}">
        <p14:creationId xmlns:p14="http://schemas.microsoft.com/office/powerpoint/2010/main" val="33190867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12</a:t>
            </a:fld>
            <a:endParaRPr lang="fr-FR" dirty="0"/>
          </a:p>
        </p:txBody>
      </p:sp>
    </p:spTree>
    <p:extLst>
      <p:ext uri="{BB962C8B-B14F-4D97-AF65-F5344CB8AC3E}">
        <p14:creationId xmlns:p14="http://schemas.microsoft.com/office/powerpoint/2010/main" val="9658453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txBody>
          <a:bodyPr/>
          <a:lstStyle/>
          <a:p>
            <a:endParaRPr lang="fr-SN"/>
          </a:p>
        </p:txBody>
      </p:sp>
      <p:sp>
        <p:nvSpPr>
          <p:cNvPr id="3" name="Espace réservé des commentaires 2"/>
          <p:cNvSpPr>
            <a:spLocks noGrp="1"/>
          </p:cNvSpPr>
          <p:nvPr>
            <p:ph type="body" idx="1"/>
          </p:nvPr>
        </p:nvSpPr>
        <p:spPr/>
        <p:txBody>
          <a:bodyPr rtlCol="0"/>
          <a:lstStyle>
            <a:defPPr>
              <a:defRPr lang="fr-FR"/>
            </a:defPPr>
          </a:lstStyle>
          <a:p>
            <a:pPr rtl="0"/>
            <a:endParaRPr lang="fr-FR" dirty="0"/>
          </a:p>
        </p:txBody>
      </p:sp>
      <p:sp>
        <p:nvSpPr>
          <p:cNvPr id="4" name="Espace réservé du numéro de diapositive 3"/>
          <p:cNvSpPr>
            <a:spLocks noGrp="1"/>
          </p:cNvSpPr>
          <p:nvPr>
            <p:ph type="sldNum" sz="quarter" idx="5"/>
          </p:nvPr>
        </p:nvSpPr>
        <p:spPr/>
        <p:txBody>
          <a:bodyPr rtlCol="0"/>
          <a:lstStyle>
            <a:defPPr>
              <a:defRPr lang="fr-FR"/>
            </a:defPPr>
          </a:lstStyle>
          <a:p>
            <a:pPr rtl="0"/>
            <a:fld id="{F97DC217-DF71-1A49-B3EA-559F1F43B0FF}" type="slidenum">
              <a:rPr lang="fr-FR" smtClean="0"/>
              <a:t>14</a:t>
            </a:fld>
            <a:endParaRPr lang="fr-FR" dirty="0"/>
          </a:p>
        </p:txBody>
      </p:sp>
    </p:spTree>
    <p:extLst>
      <p:ext uri="{BB962C8B-B14F-4D97-AF65-F5344CB8AC3E}">
        <p14:creationId xmlns:p14="http://schemas.microsoft.com/office/powerpoint/2010/main" val="3990086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79249-FDC0-364D-A734-AE1DE1605D28}"/>
              </a:ext>
              <a:ext uri="{C183D7F6-B498-43B3-948B-1728B52AA6E4}">
                <adec:decorative xmlns:adec="http://schemas.microsoft.com/office/drawing/2017/decorative" val="1"/>
              </a:ext>
            </a:extLst>
          </p:cNvPr>
          <p:cNvSpPr/>
          <p:nvPr userDrawn="1"/>
        </p:nvSpPr>
        <p:spPr>
          <a:xfrm>
            <a:off x="0" y="4572000"/>
            <a:ext cx="12192000" cy="228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7" name="Groupe 6">
            <a:extLst>
              <a:ext uri="{FF2B5EF4-FFF2-40B4-BE49-F238E27FC236}">
                <a16:creationId xmlns:a16="http://schemas.microsoft.com/office/drawing/2014/main" id="{13537B6D-42A5-F449-2691-321A167F7C08}"/>
              </a:ext>
              <a:ext uri="{C183D7F6-B498-43B3-948B-1728B52AA6E4}">
                <adec:decorative xmlns:adec="http://schemas.microsoft.com/office/drawing/2017/decorative" val="1"/>
              </a:ext>
            </a:extLst>
          </p:cNvPr>
          <p:cNvGrpSpPr/>
          <p:nvPr userDrawn="1"/>
        </p:nvGrpSpPr>
        <p:grpSpPr>
          <a:xfrm>
            <a:off x="0" y="-3419"/>
            <a:ext cx="12192000" cy="6861419"/>
            <a:chOff x="0" y="-3419"/>
            <a:chExt cx="12192000" cy="6861419"/>
          </a:xfrm>
        </p:grpSpPr>
        <p:sp>
          <p:nvSpPr>
            <p:cNvPr id="5" name="Ovale 4">
              <a:extLst>
                <a:ext uri="{FF2B5EF4-FFF2-40B4-BE49-F238E27FC236}">
                  <a16:creationId xmlns:a16="http://schemas.microsoft.com/office/drawing/2014/main" id="{902465C8-266D-104C-9C49-323DF4A8277E}"/>
                </a:ext>
              </a:extLst>
            </p:cNvPr>
            <p:cNvSpPr/>
            <p:nvPr userDrawn="1"/>
          </p:nvSpPr>
          <p:spPr>
            <a:xfrm>
              <a:off x="583746" y="4960030"/>
              <a:ext cx="1551214" cy="1551214"/>
            </a:xfrm>
            <a:prstGeom prst="ellipse">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1" name="Forme libre 10">
              <a:extLst>
                <a:ext uri="{FF2B5EF4-FFF2-40B4-BE49-F238E27FC236}">
                  <a16:creationId xmlns:a16="http://schemas.microsoft.com/office/drawing/2014/main" id="{37979A1C-BF60-B345-A664-2E4F7A3461EB}"/>
                </a:ext>
              </a:extLst>
            </p:cNvPr>
            <p:cNvSpPr/>
            <p:nvPr userDrawn="1"/>
          </p:nvSpPr>
          <p:spPr>
            <a:xfrm>
              <a:off x="1" y="4571999"/>
              <a:ext cx="1118508" cy="1118508"/>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9" name="Forme libre 8">
              <a:extLst>
                <a:ext uri="{FF2B5EF4-FFF2-40B4-BE49-F238E27FC236}">
                  <a16:creationId xmlns:a16="http://schemas.microsoft.com/office/drawing/2014/main" id="{58080B3E-915C-2D4C-8608-596E1BFD6387}"/>
                </a:ext>
              </a:extLst>
            </p:cNvPr>
            <p:cNvSpPr/>
            <p:nvPr userDrawn="1"/>
          </p:nvSpPr>
          <p:spPr>
            <a:xfrm>
              <a:off x="1" y="5739492"/>
              <a:ext cx="1118508" cy="1118508"/>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419"/>
              <a:ext cx="3927573" cy="3165022"/>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28" name="Forme libre 27">
              <a:extLst>
                <a:ext uri="{FF2B5EF4-FFF2-40B4-BE49-F238E27FC236}">
                  <a16:creationId xmlns:a16="http://schemas.microsoft.com/office/drawing/2014/main" id="{9E240E8A-950E-7946-826C-415CB5DACA43}"/>
                </a:ext>
              </a:extLst>
            </p:cNvPr>
            <p:cNvSpPr/>
            <p:nvPr userDrawn="1"/>
          </p:nvSpPr>
          <p:spPr>
            <a:xfrm>
              <a:off x="11024507" y="4580708"/>
              <a:ext cx="1167493" cy="2277292"/>
            </a:xfrm>
            <a:custGeom>
              <a:avLst/>
              <a:gdLst>
                <a:gd name="connsiteX0" fmla="*/ 1167473 w 1167493"/>
                <a:gd name="connsiteY0" fmla="*/ 0 h 2272167"/>
                <a:gd name="connsiteX1" fmla="*/ 1167493 w 1167493"/>
                <a:gd name="connsiteY1" fmla="*/ 0 h 2272167"/>
                <a:gd name="connsiteX2" fmla="*/ 1167493 w 1167493"/>
                <a:gd name="connsiteY2" fmla="*/ 492960 h 2272167"/>
                <a:gd name="connsiteX3" fmla="*/ 1167493 w 1167493"/>
                <a:gd name="connsiteY3" fmla="*/ 720385 h 2272167"/>
                <a:gd name="connsiteX4" fmla="*/ 1167493 w 1167493"/>
                <a:gd name="connsiteY4" fmla="*/ 2272167 h 2272167"/>
                <a:gd name="connsiteX5" fmla="*/ 0 w 1167493"/>
                <a:gd name="connsiteY5" fmla="*/ 2272167 h 2272167"/>
                <a:gd name="connsiteX6" fmla="*/ 0 w 1167493"/>
                <a:gd name="connsiteY6" fmla="*/ 1898074 h 2272167"/>
                <a:gd name="connsiteX7" fmla="*/ 0 w 1167493"/>
                <a:gd name="connsiteY7" fmla="*/ 1271597 h 2272167"/>
                <a:gd name="connsiteX8" fmla="*/ 0 w 1167493"/>
                <a:gd name="connsiteY8" fmla="*/ 1177688 h 2272167"/>
                <a:gd name="connsiteX9" fmla="*/ 1048124 w 1167493"/>
                <a:gd name="connsiteY9" fmla="*/ 6080 h 2272167"/>
                <a:gd name="connsiteX10" fmla="*/ 1167473 w 1167493"/>
                <a:gd name="connsiteY10" fmla="*/ 0 h 2272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3" y="232913"/>
            <a:ext cx="7096933" cy="3830130"/>
          </a:xfrm>
        </p:spPr>
        <p:txBody>
          <a:bodyPr rtlCol="0" anchor="b">
            <a:noAutofit/>
          </a:bodyPr>
          <a:lstStyle>
            <a:lvl1pPr algn="l">
              <a:defRPr lang="fr-FR" sz="6000" b="1">
                <a:latin typeface="+mj-lt"/>
              </a:defRPr>
            </a:lvl1pPr>
          </a:lstStyle>
          <a:p>
            <a:pPr rtl="0"/>
            <a:r>
              <a:rPr lang="fr-FR"/>
              <a:t>Cliquez pour ajouter un titre</a:t>
            </a:r>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58864" y="102021"/>
            <a:ext cx="9779183" cy="174441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58865" y="2017467"/>
            <a:ext cx="9779182" cy="3366815"/>
          </a:xfrm>
        </p:spPr>
        <p:txBody>
          <a:bodyPr rtlCol="0">
            <a:norm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78227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re et image droit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flipH="1">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71600"/>
            <a:ext cx="5486400" cy="4114800"/>
          </a:xfrm>
        </p:spPr>
        <p:txBody>
          <a:bodyPr rtlCol="0" anchor="ctr" anchorCtr="0">
            <a:noAutofit/>
          </a:bodyPr>
          <a:lstStyle>
            <a:lvl1pPr>
              <a:defRPr lang="fr-FR" sz="6000" b="1">
                <a:latin typeface="+mj-lt"/>
              </a:defRPr>
            </a:lvl1pPr>
          </a:lstStyle>
          <a:p>
            <a:pPr rtl="0"/>
            <a:r>
              <a:rPr lang="fr-FR"/>
              <a:t>Cliquez pour ajouter un titre</a:t>
            </a:r>
          </a:p>
        </p:txBody>
      </p:sp>
      <p:sp>
        <p:nvSpPr>
          <p:cNvPr id="15" name="Espace réservé d’image 14">
            <a:extLst>
              <a:ext uri="{FF2B5EF4-FFF2-40B4-BE49-F238E27FC236}">
                <a16:creationId xmlns:a16="http://schemas.microsoft.com/office/drawing/2014/main" id="{3124234B-E1C4-2616-9993-A23142AA69B2}"/>
              </a:ext>
            </a:extLst>
          </p:cNvPr>
          <p:cNvSpPr>
            <a:spLocks noGrp="1"/>
          </p:cNvSpPr>
          <p:nvPr>
            <p:ph type="pic" sz="quarter" idx="10"/>
          </p:nvPr>
        </p:nvSpPr>
        <p:spPr>
          <a:xfrm>
            <a:off x="7183438" y="1168400"/>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4912667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re et image de gauche">
    <p:spTree>
      <p:nvGrpSpPr>
        <p:cNvPr id="1" name=""/>
        <p:cNvGrpSpPr/>
        <p:nvPr/>
      </p:nvGrpSpPr>
      <p:grpSpPr>
        <a:xfrm>
          <a:off x="0" y="0"/>
          <a:ext cx="0" cy="0"/>
          <a:chOff x="0" y="0"/>
          <a:chExt cx="0" cy="0"/>
        </a:xfrm>
      </p:grpSpPr>
      <p:grpSp>
        <p:nvGrpSpPr>
          <p:cNvPr id="13" name="Groupe 12">
            <a:extLst>
              <a:ext uri="{FF2B5EF4-FFF2-40B4-BE49-F238E27FC236}">
                <a16:creationId xmlns:a16="http://schemas.microsoft.com/office/drawing/2014/main" id="{AC10D125-AB73-D276-4947-94204736A30D}"/>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 uri="{C183D7F6-B498-43B3-948B-1728B52AA6E4}">
                  <adec:decorative xmlns:adec="http://schemas.microsoft.com/office/drawing/2017/decorative" val="1"/>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 uri="{C183D7F6-B498-43B3-948B-1728B52AA6E4}">
                  <adec:decorative xmlns:adec="http://schemas.microsoft.com/office/drawing/2017/decorative" val="1"/>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6" name="Forme libre 5">
              <a:extLst>
                <a:ext uri="{FF2B5EF4-FFF2-40B4-BE49-F238E27FC236}">
                  <a16:creationId xmlns:a16="http://schemas.microsoft.com/office/drawing/2014/main" id="{D11C9832-A021-954E-A34F-2988D1189AE9}"/>
                </a:ext>
                <a:ext uri="{C183D7F6-B498-43B3-948B-1728B52AA6E4}">
                  <adec:decorative xmlns:adec="http://schemas.microsoft.com/office/drawing/2017/decorative" val="1"/>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 uri="{C183D7F6-B498-43B3-948B-1728B52AA6E4}">
                  <adec:decorative xmlns:adec="http://schemas.microsoft.com/office/drawing/2017/decorative" val="1"/>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5943600" y="457200"/>
            <a:ext cx="5120640" cy="3200400"/>
          </a:xfrm>
        </p:spPr>
        <p:txBody>
          <a:bodyPr rtlCol="0" anchor="b" anchorCtr="0">
            <a:noAutofit/>
          </a:bodyPr>
          <a:lstStyle>
            <a:lvl1pPr>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8763DBBF-E63D-81E5-E7CE-32F6F2C2F935}"/>
              </a:ext>
            </a:extLst>
          </p:cNvPr>
          <p:cNvSpPr>
            <a:spLocks noGrp="1"/>
          </p:cNvSpPr>
          <p:nvPr>
            <p:ph type="subTitle" idx="1" hasCustomPrompt="1"/>
          </p:nvPr>
        </p:nvSpPr>
        <p:spPr>
          <a:xfrm>
            <a:off x="5943598" y="3657600"/>
            <a:ext cx="5120640" cy="1828800"/>
          </a:xfrm>
        </p:spPr>
        <p:txBody>
          <a:bodyPr rtlCol="0" anchor="t" anchorCtr="0">
            <a:noAutofit/>
          </a:bodyPr>
          <a:lstStyle>
            <a:lvl1pPr marL="0" indent="0" algn="l">
              <a:buNone/>
              <a:defRPr lang="fr-FR" sz="32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
        <p:nvSpPr>
          <p:cNvPr id="15" name="Espace réservé d’image 14">
            <a:extLst>
              <a:ext uri="{FF2B5EF4-FFF2-40B4-BE49-F238E27FC236}">
                <a16:creationId xmlns:a16="http://schemas.microsoft.com/office/drawing/2014/main" id="{64033732-ADA1-C540-7276-3FF5CDEF2C5E}"/>
              </a:ext>
            </a:extLst>
          </p:cNvPr>
          <p:cNvSpPr>
            <a:spLocks noGrp="1"/>
          </p:cNvSpPr>
          <p:nvPr>
            <p:ph type="pic" sz="quarter" idx="10"/>
          </p:nvPr>
        </p:nvSpPr>
        <p:spPr>
          <a:xfrm>
            <a:off x="904238" y="1157224"/>
            <a:ext cx="4500562" cy="452120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8238562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re et contenu 2">
    <p:bg>
      <p:bgPr>
        <a:solidFill>
          <a:schemeClr val="accent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1"/>
            <a:ext cx="12208822" cy="6858003"/>
            <a:chOff x="0" y="-1"/>
            <a:chExt cx="12208822" cy="6858003"/>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2" name="Forme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5" name="Forme libre 14">
              <a:extLst>
                <a:ext uri="{FF2B5EF4-FFF2-40B4-BE49-F238E27FC236}">
                  <a16:creationId xmlns:a16="http://schemas.microsoft.com/office/drawing/2014/main" id="{2734DEB1-EC02-2E42-9292-4ADD115060A5}"/>
                </a:ext>
              </a:extLst>
            </p:cNvPr>
            <p:cNvSpPr/>
            <p:nvPr userDrawn="1"/>
          </p:nvSpPr>
          <p:spPr>
            <a:xfrm rot="5400000" flipH="1" flipV="1">
              <a:off x="10344100" y="438098"/>
              <a:ext cx="2285999" cy="1409801"/>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3" name="Titr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085"/>
            <a:ext cx="9779183" cy="1600835"/>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CA1EED44-783E-8705-4119-D7E9F7D4F2B4}"/>
              </a:ext>
            </a:extLst>
          </p:cNvPr>
          <p:cNvSpPr>
            <a:spLocks noGrp="1"/>
          </p:cNvSpPr>
          <p:nvPr>
            <p:ph idx="14" hasCustomPrompt="1"/>
          </p:nvPr>
        </p:nvSpPr>
        <p:spPr>
          <a:xfrm>
            <a:off x="1166087" y="2652713"/>
            <a:ext cx="9780587" cy="3436936"/>
          </a:xfrm>
        </p:spPr>
        <p:txBody>
          <a:bodyPr rtlCol="0">
            <a:normAutofit/>
          </a:bodyPr>
          <a:lstStyle>
            <a:lvl1pPr marL="342900" indent="-283464">
              <a:spcBef>
                <a:spcPts val="1000"/>
              </a:spcBef>
              <a:buFont typeface="Arial" panose="020B0604020202020204" pitchFamily="34" charset="0"/>
              <a:buChar char="•"/>
              <a:defRPr lang="fr-FR" sz="2000">
                <a:solidFill>
                  <a:schemeClr val="bg1"/>
                </a:solidFill>
                <a:latin typeface="+mn-lt"/>
              </a:defRPr>
            </a:lvl1pPr>
            <a:lvl2pPr marL="566928" indent="-283464">
              <a:spcBef>
                <a:spcPts val="1000"/>
              </a:spcBef>
              <a:buFont typeface="Arial" panose="020B0604020202020204" pitchFamily="34" charset="0"/>
              <a:buChar char="•"/>
              <a:defRPr lang="fr-FR" sz="2000">
                <a:solidFill>
                  <a:schemeClr val="bg1"/>
                </a:solidFill>
                <a:latin typeface="+mn-lt"/>
              </a:defRPr>
            </a:lvl2pPr>
            <a:lvl3pPr marL="850392" indent="-283464">
              <a:spcBef>
                <a:spcPts val="1000"/>
              </a:spcBef>
              <a:buFont typeface="Arial" panose="020B0604020202020204" pitchFamily="34" charset="0"/>
              <a:buChar char="•"/>
              <a:defRPr lang="fr-FR" sz="2000">
                <a:solidFill>
                  <a:schemeClr val="bg1"/>
                </a:solidFill>
                <a:latin typeface="+mn-lt"/>
              </a:defRPr>
            </a:lvl3pPr>
            <a:lvl4pPr marL="1097280" indent="-283464">
              <a:spcBef>
                <a:spcPts val="1000"/>
              </a:spcBef>
              <a:buFont typeface="Arial" panose="020B0604020202020204" pitchFamily="34" charset="0"/>
              <a:buChar char="•"/>
              <a:defRPr lang="fr-FR" sz="2000">
                <a:solidFill>
                  <a:schemeClr val="bg1"/>
                </a:solidFill>
                <a:latin typeface="+mn-lt"/>
              </a:defRPr>
            </a:lvl4pPr>
            <a:lvl5pPr marL="1371600"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fr-FR">
                <a:solidFill>
                  <a:schemeClr val="accent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fr-FR">
                <a:solidFill>
                  <a:schemeClr val="accent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fr-FR">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2883176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re de la section">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95FBCE6F-2AA9-31FE-8148-33B480735599}"/>
              </a:ext>
              <a:ext uri="{C183D7F6-B498-43B3-948B-1728B52AA6E4}">
                <adec:decorative xmlns:adec="http://schemas.microsoft.com/office/drawing/2017/decorative" val="1"/>
              </a:ext>
            </a:extLst>
          </p:cNvPr>
          <p:cNvGrpSpPr/>
          <p:nvPr userDrawn="1"/>
        </p:nvGrpSpPr>
        <p:grpSpPr>
          <a:xfrm>
            <a:off x="0" y="0"/>
            <a:ext cx="12192000" cy="6858000"/>
            <a:chOff x="0" y="0"/>
            <a:chExt cx="12192000" cy="6858000"/>
          </a:xfrm>
        </p:grpSpPr>
        <p:sp>
          <p:nvSpPr>
            <p:cNvPr id="23" name="Forme libre 22">
              <a:extLst>
                <a:ext uri="{FF2B5EF4-FFF2-40B4-BE49-F238E27FC236}">
                  <a16:creationId xmlns:a16="http://schemas.microsoft.com/office/drawing/2014/main" id="{067EACEC-C2DD-EA42-8504-176673AD1F20}"/>
                </a:ext>
              </a:extLst>
            </p:cNvPr>
            <p:cNvSpPr/>
            <p:nvPr userDrawn="1"/>
          </p:nvSpPr>
          <p:spPr>
            <a:xfrm>
              <a:off x="0" y="0"/>
              <a:ext cx="8025490" cy="6858000"/>
            </a:xfrm>
            <a:custGeom>
              <a:avLst/>
              <a:gdLst>
                <a:gd name="connsiteX0" fmla="*/ 0 w 8025490"/>
                <a:gd name="connsiteY0" fmla="*/ 0 h 6858000"/>
                <a:gd name="connsiteX1" fmla="*/ 4596490 w 8025490"/>
                <a:gd name="connsiteY1" fmla="*/ 0 h 6858000"/>
                <a:gd name="connsiteX2" fmla="*/ 8025490 w 8025490"/>
                <a:gd name="connsiteY2" fmla="*/ 3429000 h 6858000"/>
                <a:gd name="connsiteX3" fmla="*/ 4596490 w 8025490"/>
                <a:gd name="connsiteY3" fmla="*/ 6858000 h 6858000"/>
                <a:gd name="connsiteX4" fmla="*/ 0 w 802549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6" name="Groupe 5">
              <a:extLst>
                <a:ext uri="{FF2B5EF4-FFF2-40B4-BE49-F238E27FC236}">
                  <a16:creationId xmlns:a16="http://schemas.microsoft.com/office/drawing/2014/main" id="{89843C7E-5704-7A46-8974-F3BFA42E7310}"/>
                </a:ext>
              </a:extLst>
            </p:cNvPr>
            <p:cNvGrpSpPr/>
            <p:nvPr userDrawn="1"/>
          </p:nvGrpSpPr>
          <p:grpSpPr>
            <a:xfrm rot="16200000">
              <a:off x="8286528" y="2207195"/>
              <a:ext cx="3032351" cy="2443610"/>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7" name="Forme libre 16">
              <a:extLst>
                <a:ext uri="{FF2B5EF4-FFF2-40B4-BE49-F238E27FC236}">
                  <a16:creationId xmlns:a16="http://schemas.microsoft.com/office/drawing/2014/main" id="{0B179973-08D2-EF40-B516-35E75E906394}"/>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8" name="Forme libre 17">
              <a:extLst>
                <a:ext uri="{FF2B5EF4-FFF2-40B4-BE49-F238E27FC236}">
                  <a16:creationId xmlns:a16="http://schemas.microsoft.com/office/drawing/2014/main" id="{6C811FF3-E48A-194D-8022-65F8C3A17449}"/>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177553"/>
            <a:ext cx="6245912" cy="3269447"/>
          </a:xfrm>
        </p:spPr>
        <p:txBody>
          <a:bodyPr bIns="0" rtlCol="0" anchor="b">
            <a:noAutofit/>
          </a:bodyPr>
          <a:lstStyle>
            <a:lvl1pPr algn="l">
              <a:defRPr lang="fr-FR" sz="6000" b="1">
                <a:solidFill>
                  <a:schemeClr val="bg1"/>
                </a:solidFill>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4" y="3492896"/>
            <a:ext cx="6245912" cy="912850"/>
          </a:xfrm>
        </p:spPr>
        <p:txBody>
          <a:bodyPr rtlCol="0" anchor="ctr" anchorCtr="0">
            <a:noAutofit/>
          </a:bodyPr>
          <a:lstStyle>
            <a:lvl1pPr marL="0" indent="0" algn="l">
              <a:buNone/>
              <a:defRPr lang="fr-FR" sz="3200">
                <a:solidFill>
                  <a:schemeClr val="bg1"/>
                </a:solidFill>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rtl="0"/>
            <a:r>
              <a:rPr lang="fr-FR"/>
              <a:t>Cliquez pour ajouter un sous-titre</a:t>
            </a:r>
          </a:p>
        </p:txBody>
      </p:sp>
    </p:spTree>
    <p:extLst>
      <p:ext uri="{BB962C8B-B14F-4D97-AF65-F5344CB8AC3E}">
        <p14:creationId xmlns:p14="http://schemas.microsoft.com/office/powerpoint/2010/main" val="9865294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re et contenu de 2 colonnes">
    <p:spTree>
      <p:nvGrpSpPr>
        <p:cNvPr id="1" name=""/>
        <p:cNvGrpSpPr/>
        <p:nvPr/>
      </p:nvGrpSpPr>
      <p:grpSpPr>
        <a:xfrm>
          <a:off x="0" y="0"/>
          <a:ext cx="0" cy="0"/>
          <a:chOff x="0" y="0"/>
          <a:chExt cx="0" cy="0"/>
        </a:xfrm>
      </p:grpSpPr>
      <p:grpSp>
        <p:nvGrpSpPr>
          <p:cNvPr id="16" name="Groupe 15">
            <a:extLst>
              <a:ext uri="{FF2B5EF4-FFF2-40B4-BE49-F238E27FC236}">
                <a16:creationId xmlns:a16="http://schemas.microsoft.com/office/drawing/2014/main" id="{14DB56B5-5DD7-95E3-52B2-EDC4B3F13058}"/>
              </a:ext>
              <a:ext uri="{C183D7F6-B498-43B3-948B-1728B52AA6E4}">
                <adec:decorative xmlns:adec="http://schemas.microsoft.com/office/drawing/2017/decorative" val="1"/>
              </a:ext>
            </a:extLst>
          </p:cNvPr>
          <p:cNvGrpSpPr/>
          <p:nvPr userDrawn="1"/>
        </p:nvGrpSpPr>
        <p:grpSpPr>
          <a:xfrm>
            <a:off x="1" y="0"/>
            <a:ext cx="12191999" cy="6858000"/>
            <a:chOff x="1" y="0"/>
            <a:chExt cx="12191999" cy="6858000"/>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flipH="1">
              <a:off x="8580896"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6" name="Forme libre 5">
              <a:extLst>
                <a:ext uri="{FF2B5EF4-FFF2-40B4-BE49-F238E27FC236}">
                  <a16:creationId xmlns:a16="http://schemas.microsoft.com/office/drawing/2014/main" id="{D11C9832-A021-954E-A34F-2988D1189AE9}"/>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nvGrpSpPr>
            <p:cNvPr id="9" name="Groupe 8">
              <a:extLst>
                <a:ext uri="{FF2B5EF4-FFF2-40B4-BE49-F238E27FC236}">
                  <a16:creationId xmlns:a16="http://schemas.microsoft.com/office/drawing/2014/main" id="{9861BC34-DFBF-2D4F-B463-FCFBC08391FF}"/>
                </a:ext>
              </a:extLst>
            </p:cNvPr>
            <p:cNvGrpSpPr/>
            <p:nvPr userDrawn="1"/>
          </p:nvGrpSpPr>
          <p:grpSpPr>
            <a:xfrm>
              <a:off x="8082092"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601200" cy="1653371"/>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3" name="Espace réservé du contenu 2">
            <a:extLst>
              <a:ext uri="{FF2B5EF4-FFF2-40B4-BE49-F238E27FC236}">
                <a16:creationId xmlns:a16="http://schemas.microsoft.com/office/drawing/2014/main" id="{94CA559C-3355-DE44-ACF9-BDB6083C4225}"/>
              </a:ext>
            </a:extLst>
          </p:cNvPr>
          <p:cNvSpPr>
            <a:spLocks noGrp="1"/>
          </p:cNvSpPr>
          <p:nvPr>
            <p:ph idx="10"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latin typeface="+mn-lt"/>
              </a:defRPr>
            </a:lvl1pPr>
            <a:lvl2pPr marL="283464" indent="-283464">
              <a:spcBef>
                <a:spcPts val="1000"/>
              </a:spcBef>
              <a:buFont typeface="Arial" panose="020B0604020202020204" pitchFamily="34" charset="0"/>
              <a:buChar char="•"/>
              <a:defRPr lang="fr-FR" sz="2000">
                <a:latin typeface="+mn-lt"/>
              </a:defRPr>
            </a:lvl2pPr>
            <a:lvl3pPr marL="566928" indent="-283464">
              <a:spcBef>
                <a:spcPts val="1000"/>
              </a:spcBef>
              <a:buFont typeface="Arial" panose="020B0604020202020204" pitchFamily="34" charset="0"/>
              <a:buChar char="•"/>
              <a:defRPr lang="fr-FR" sz="2000">
                <a:latin typeface="+mn-lt"/>
              </a:defRPr>
            </a:lvl3pPr>
            <a:lvl4pPr marL="850392" indent="-283464">
              <a:spcBef>
                <a:spcPts val="1000"/>
              </a:spcBef>
              <a:buFont typeface="Arial" panose="020B0604020202020204" pitchFamily="34" charset="0"/>
              <a:buChar char="•"/>
              <a:defRPr lang="fr-FR" sz="2000">
                <a:latin typeface="+mn-lt"/>
              </a:defRPr>
            </a:lvl4pPr>
            <a:lvl5pPr marL="1133856" indent="-283464">
              <a:spcBef>
                <a:spcPts val="1000"/>
              </a:spcBef>
              <a:buFont typeface="Arial" panose="020B0604020202020204" pitchFamily="34" charset="0"/>
              <a:buChar char="•"/>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7678435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re et 2 contenus">
    <p:bg>
      <p:bgPr>
        <a:solidFill>
          <a:schemeClr val="accent1"/>
        </a:solidFill>
        <a:effectLst/>
      </p:bgPr>
    </p:bg>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1A0E8D4A-B13C-C7EE-5E27-278124A1276E}"/>
              </a:ext>
              <a:ext uri="{C183D7F6-B498-43B3-948B-1728B52AA6E4}">
                <adec:decorative xmlns:adec="http://schemas.microsoft.com/office/drawing/2017/decorative" val="1"/>
              </a:ext>
            </a:extLst>
          </p:cNvPr>
          <p:cNvGrpSpPr/>
          <p:nvPr userDrawn="1"/>
        </p:nvGrpSpPr>
        <p:grpSpPr>
          <a:xfrm>
            <a:off x="1" y="1"/>
            <a:ext cx="12191999" cy="6857999"/>
            <a:chOff x="1" y="1"/>
            <a:chExt cx="12191999" cy="6857999"/>
          </a:xfrm>
        </p:grpSpPr>
        <p:sp>
          <p:nvSpPr>
            <p:cNvPr id="4" name="Forme libre 3">
              <a:extLst>
                <a:ext uri="{FF2B5EF4-FFF2-40B4-BE49-F238E27FC236}">
                  <a16:creationId xmlns:a16="http://schemas.microsoft.com/office/drawing/2014/main" id="{6A7F6A3F-E1DD-A246-9A6D-5F9B18BA2588}"/>
                </a:ext>
              </a:extLst>
            </p:cNvPr>
            <p:cNvSpPr/>
            <p:nvPr userDrawn="1"/>
          </p:nvSpPr>
          <p:spPr>
            <a:xfrm flipH="1">
              <a:off x="8580896" y="1"/>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rot="5400000" flipH="1">
              <a:off x="1"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69008"/>
            <a:ext cx="9779183" cy="1706563"/>
          </a:xfrm>
        </p:spPr>
        <p:txBody>
          <a:bodyPr rtlCol="0" anchor="b">
            <a:noAutofit/>
          </a:bodyPr>
          <a:lstStyle>
            <a:lvl1pPr>
              <a:defRPr lang="fr-FR" sz="4200" b="1">
                <a:solidFill>
                  <a:schemeClr val="bg1"/>
                </a:solidFill>
                <a:latin typeface="+mj-lt"/>
              </a:defRPr>
            </a:lvl1pPr>
          </a:lstStyle>
          <a:p>
            <a:pPr rtl="0"/>
            <a:r>
              <a:rPr lang="fr-FR"/>
              <a:t>Cliquez pour ajouter un titre</a:t>
            </a:r>
          </a:p>
        </p:txBody>
      </p:sp>
      <p:sp>
        <p:nvSpPr>
          <p:cNvPr id="14" name="Espace réservé du contenu 2">
            <a:extLst>
              <a:ext uri="{FF2B5EF4-FFF2-40B4-BE49-F238E27FC236}">
                <a16:creationId xmlns:a16="http://schemas.microsoft.com/office/drawing/2014/main" id="{926B296A-EB6A-9BE9-E813-B15C46524F4D}"/>
              </a:ext>
            </a:extLst>
          </p:cNvPr>
          <p:cNvSpPr>
            <a:spLocks noGrp="1"/>
          </p:cNvSpPr>
          <p:nvPr>
            <p:ph idx="12" hasCustomPrompt="1"/>
          </p:nvPr>
        </p:nvSpPr>
        <p:spPr>
          <a:xfrm>
            <a:off x="1167493" y="2023984"/>
            <a:ext cx="4663440" cy="3332832"/>
          </a:xfrm>
        </p:spPr>
        <p:txBody>
          <a:bodyPr rtlCol="0">
            <a:normAutofit/>
          </a:bodyPr>
          <a:lstStyle>
            <a:lvl1pPr marL="530352" indent="-530352">
              <a:spcBef>
                <a:spcPts val="1000"/>
              </a:spcBef>
              <a:buFont typeface="+mj-lt"/>
              <a:buAutoNum type="arabicPeriod"/>
              <a:defRPr lang="fr-FR" sz="2000">
                <a:solidFill>
                  <a:schemeClr val="bg1"/>
                </a:solidFill>
                <a:latin typeface="+mn-lt"/>
              </a:defRPr>
            </a:lvl1pPr>
            <a:lvl2pPr marL="1097280" indent="-530352">
              <a:spcBef>
                <a:spcPts val="1000"/>
              </a:spcBef>
              <a:buFont typeface="+mj-lt"/>
              <a:buAutoNum type="alphaLcPeriod"/>
              <a:defRPr lang="fr-FR" sz="2000">
                <a:solidFill>
                  <a:schemeClr val="bg1"/>
                </a:solidFill>
                <a:latin typeface="+mn-lt"/>
              </a:defRPr>
            </a:lvl2pPr>
            <a:lvl3pPr marL="1645920" indent="-530352">
              <a:spcBef>
                <a:spcPts val="1000"/>
              </a:spcBef>
              <a:buFont typeface="+mj-lt"/>
              <a:buAutoNum type="arabicParenR"/>
              <a:defRPr lang="fr-FR" sz="2000">
                <a:solidFill>
                  <a:schemeClr val="bg1"/>
                </a:solidFill>
                <a:latin typeface="+mn-lt"/>
              </a:defRPr>
            </a:lvl3pPr>
            <a:lvl4pPr marL="1920240" indent="-530352">
              <a:spcBef>
                <a:spcPts val="1000"/>
              </a:spcBef>
              <a:buFont typeface="+mj-lt"/>
              <a:buAutoNum type="alphaLcParenR"/>
              <a:defRPr lang="fr-FR" sz="2000">
                <a:solidFill>
                  <a:schemeClr val="bg1"/>
                </a:solidFill>
                <a:latin typeface="+mn-lt"/>
              </a:defRPr>
            </a:lvl4pPr>
            <a:lvl5pPr marL="2560320" indent="-514350">
              <a:spcBef>
                <a:spcPts val="1000"/>
              </a:spcBef>
              <a:buFont typeface="+mj-lt"/>
              <a:buAutoNum type="romanLcPeriod"/>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9" name="Espace réservé du contenu 2">
            <a:extLst>
              <a:ext uri="{FF2B5EF4-FFF2-40B4-BE49-F238E27FC236}">
                <a16:creationId xmlns:a16="http://schemas.microsoft.com/office/drawing/2014/main" id="{9435B7D5-E7F8-1267-8942-3C97BE836B98}"/>
              </a:ext>
            </a:extLst>
          </p:cNvPr>
          <p:cNvSpPr>
            <a:spLocks noGrp="1"/>
          </p:cNvSpPr>
          <p:nvPr>
            <p:ph idx="11" hasCustomPrompt="1"/>
          </p:nvPr>
        </p:nvSpPr>
        <p:spPr>
          <a:xfrm>
            <a:off x="6283235" y="2023984"/>
            <a:ext cx="4663440" cy="3332832"/>
          </a:xfrm>
        </p:spPr>
        <p:txBody>
          <a:bodyPr rtlCol="0">
            <a:normAutofit/>
          </a:bodyPr>
          <a:lstStyle>
            <a:lvl1pPr marL="0" indent="0">
              <a:spcBef>
                <a:spcPts val="1000"/>
              </a:spcBef>
              <a:buFont typeface="Arial" panose="020B0604020202020204" pitchFamily="34" charset="0"/>
              <a:buNone/>
              <a:defRPr lang="fr-FR" sz="2000">
                <a:solidFill>
                  <a:schemeClr val="bg1"/>
                </a:solidFill>
                <a:latin typeface="+mn-lt"/>
              </a:defRPr>
            </a:lvl1pPr>
            <a:lvl2pPr marL="283464" indent="-283464">
              <a:spcBef>
                <a:spcPts val="1000"/>
              </a:spcBef>
              <a:buFont typeface="Arial" panose="020B0604020202020204" pitchFamily="34" charset="0"/>
              <a:buChar char="•"/>
              <a:defRPr lang="fr-FR" sz="2000">
                <a:solidFill>
                  <a:schemeClr val="bg1"/>
                </a:solidFill>
                <a:latin typeface="+mn-lt"/>
              </a:defRPr>
            </a:lvl2pPr>
            <a:lvl3pPr marL="566928" indent="-283464">
              <a:spcBef>
                <a:spcPts val="1000"/>
              </a:spcBef>
              <a:buFont typeface="Arial" panose="020B0604020202020204" pitchFamily="34" charset="0"/>
              <a:buChar char="•"/>
              <a:defRPr lang="fr-FR" sz="2000">
                <a:solidFill>
                  <a:schemeClr val="bg1"/>
                </a:solidFill>
                <a:latin typeface="+mn-lt"/>
              </a:defRPr>
            </a:lvl3pPr>
            <a:lvl4pPr marL="850392" indent="-283464">
              <a:spcBef>
                <a:spcPts val="1000"/>
              </a:spcBef>
              <a:buFont typeface="Arial" panose="020B0604020202020204" pitchFamily="34" charset="0"/>
              <a:buChar char="•"/>
              <a:defRPr lang="fr-FR" sz="2000">
                <a:solidFill>
                  <a:schemeClr val="bg1"/>
                </a:solidFill>
                <a:latin typeface="+mn-lt"/>
              </a:defRPr>
            </a:lvl4pPr>
            <a:lvl5pPr marL="1133856"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2"/>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40204266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Titre et contenu et image 1">
    <p:bg>
      <p:bgPr>
        <a:solidFill>
          <a:schemeClr val="accent2"/>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CEDB282-8288-C81F-52B5-048A3E80C931}"/>
              </a:ext>
              <a:ext uri="{C183D7F6-B498-43B3-948B-1728B52AA6E4}">
                <adec:decorative xmlns:adec="http://schemas.microsoft.com/office/drawing/2017/decorative" val="1"/>
              </a:ext>
            </a:extLst>
          </p:cNvPr>
          <p:cNvGrpSpPr/>
          <p:nvPr userDrawn="1"/>
        </p:nvGrpSpPr>
        <p:grpSpPr>
          <a:xfrm>
            <a:off x="0" y="0"/>
            <a:ext cx="12208822" cy="6858002"/>
            <a:chOff x="0" y="0"/>
            <a:chExt cx="12208822" cy="6858002"/>
          </a:xfrm>
        </p:grpSpPr>
        <p:sp>
          <p:nvSpPr>
            <p:cNvPr id="7" name="Rectangle 6">
              <a:extLst>
                <a:ext uri="{FF2B5EF4-FFF2-40B4-BE49-F238E27FC236}">
                  <a16:creationId xmlns:a16="http://schemas.microsoft.com/office/drawing/2014/main" id="{2A62587F-7496-384A-AF40-18FC8CF0709D}"/>
                </a:ext>
              </a:extLst>
            </p:cNvPr>
            <p:cNvSpPr/>
            <p:nvPr userDrawn="1"/>
          </p:nvSpPr>
          <p:spPr>
            <a:xfrm>
              <a:off x="0" y="2286002"/>
              <a:ext cx="12208822" cy="4572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sp>
          <p:nvSpPr>
            <p:cNvPr id="12" name="Forme libre 11">
              <a:extLst>
                <a:ext uri="{FF2B5EF4-FFF2-40B4-BE49-F238E27FC236}">
                  <a16:creationId xmlns:a16="http://schemas.microsoft.com/office/drawing/2014/main" id="{84DB028B-A475-224B-B675-A15A56CAD0BF}"/>
                </a:ext>
              </a:extLst>
            </p:cNvPr>
            <p:cNvSpPr/>
            <p:nvPr userDrawn="1"/>
          </p:nvSpPr>
          <p:spPr>
            <a:xfrm flipH="1">
              <a:off x="8597718"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61C34955-105B-4D4D-B51D-754C5D38A85D}"/>
                </a:ext>
              </a:extLst>
            </p:cNvPr>
            <p:cNvSpPr/>
            <p:nvPr userDrawn="1"/>
          </p:nvSpPr>
          <p:spPr>
            <a:xfrm>
              <a:off x="1" y="0"/>
              <a:ext cx="933856" cy="933856"/>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13" name="Titre 1">
            <a:extLst>
              <a:ext uri="{FF2B5EF4-FFF2-40B4-BE49-F238E27FC236}">
                <a16:creationId xmlns:a16="http://schemas.microsoft.com/office/drawing/2014/main" id="{5E932F0D-7FC3-634B-932C-3625C16C8DE2}"/>
              </a:ext>
            </a:extLst>
          </p:cNvPr>
          <p:cNvSpPr>
            <a:spLocks noGrp="1"/>
          </p:cNvSpPr>
          <p:nvPr>
            <p:ph type="title" hasCustomPrompt="1"/>
          </p:nvPr>
        </p:nvSpPr>
        <p:spPr>
          <a:xfrm>
            <a:off x="1167492" y="457200"/>
            <a:ext cx="10643508" cy="1371600"/>
          </a:xfrm>
        </p:spPr>
        <p:txBody>
          <a:bodyPr rtlCol="0" anchor="b">
            <a:noAutofit/>
          </a:bodyPr>
          <a:lstStyle>
            <a:lvl1pPr>
              <a:defRPr lang="fr-FR" sz="4200" b="1">
                <a:latin typeface="+mj-lt"/>
              </a:defRPr>
            </a:lvl1pPr>
          </a:lstStyle>
          <a:p>
            <a:pPr rtl="0"/>
            <a:r>
              <a:rPr lang="fr-FR"/>
              <a:t>Cliquez pour ajouter un titre</a:t>
            </a:r>
          </a:p>
        </p:txBody>
      </p:sp>
      <p:sp>
        <p:nvSpPr>
          <p:cNvPr id="10" name="Espace réservé du contenu 2">
            <a:extLst>
              <a:ext uri="{FF2B5EF4-FFF2-40B4-BE49-F238E27FC236}">
                <a16:creationId xmlns:a16="http://schemas.microsoft.com/office/drawing/2014/main" id="{B07A1CF7-9B3B-E43E-830E-DAB65B608249}"/>
              </a:ext>
            </a:extLst>
          </p:cNvPr>
          <p:cNvSpPr>
            <a:spLocks noGrp="1"/>
          </p:cNvSpPr>
          <p:nvPr>
            <p:ph idx="15" hasCustomPrompt="1"/>
          </p:nvPr>
        </p:nvSpPr>
        <p:spPr>
          <a:xfrm>
            <a:off x="1166088" y="2652713"/>
            <a:ext cx="5394959" cy="3436936"/>
          </a:xfrm>
        </p:spPr>
        <p:txBody>
          <a:bodyPr rtlCol="0">
            <a:normAutofit/>
          </a:bodyPr>
          <a:lstStyle>
            <a:lvl1pPr marL="0" indent="0">
              <a:spcBef>
                <a:spcPts val="1000"/>
              </a:spcBef>
              <a:buFont typeface="Arial" panose="020B0604020202020204" pitchFamily="34" charset="0"/>
              <a:buNone/>
              <a:defRPr lang="fr-FR" sz="2000">
                <a:solidFill>
                  <a:schemeClr val="bg1"/>
                </a:solidFill>
                <a:latin typeface="+mn-lt"/>
              </a:defRPr>
            </a:lvl1pPr>
            <a:lvl2pPr marL="283464" indent="-283464">
              <a:spcBef>
                <a:spcPts val="1000"/>
              </a:spcBef>
              <a:buFont typeface="Arial" panose="020B0604020202020204" pitchFamily="34" charset="0"/>
              <a:buChar char="•"/>
              <a:defRPr lang="fr-FR" sz="2000">
                <a:solidFill>
                  <a:schemeClr val="bg1"/>
                </a:solidFill>
                <a:latin typeface="+mn-lt"/>
              </a:defRPr>
            </a:lvl2pPr>
            <a:lvl3pPr marL="566928" indent="-283464">
              <a:spcBef>
                <a:spcPts val="1000"/>
              </a:spcBef>
              <a:buFont typeface="Arial" panose="020B0604020202020204" pitchFamily="34" charset="0"/>
              <a:buChar char="•"/>
              <a:defRPr lang="fr-FR" sz="2000">
                <a:solidFill>
                  <a:schemeClr val="bg1"/>
                </a:solidFill>
                <a:latin typeface="+mn-lt"/>
              </a:defRPr>
            </a:lvl3pPr>
            <a:lvl4pPr marL="850392" indent="-283464">
              <a:spcBef>
                <a:spcPts val="1000"/>
              </a:spcBef>
              <a:buFont typeface="Arial" panose="020B0604020202020204" pitchFamily="34" charset="0"/>
              <a:buChar char="•"/>
              <a:defRPr lang="fr-FR" sz="2000">
                <a:solidFill>
                  <a:schemeClr val="bg1"/>
                </a:solidFill>
                <a:latin typeface="+mn-lt"/>
              </a:defRPr>
            </a:lvl4pPr>
            <a:lvl5pPr marL="1133856" indent="-283464">
              <a:spcBef>
                <a:spcPts val="1000"/>
              </a:spcBef>
              <a:buFont typeface="Arial" panose="020B0604020202020204" pitchFamily="34" charset="0"/>
              <a:buChar char="•"/>
              <a:defRPr lang="fr-FR" sz="2000">
                <a:solidFill>
                  <a:schemeClr val="bg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8" name="Espace réservé d’image 14">
            <a:extLst>
              <a:ext uri="{FF2B5EF4-FFF2-40B4-BE49-F238E27FC236}">
                <a16:creationId xmlns:a16="http://schemas.microsoft.com/office/drawing/2014/main" id="{D976D8D6-3BDC-1908-3425-FEE3EEF51A26}"/>
              </a:ext>
            </a:extLst>
          </p:cNvPr>
          <p:cNvSpPr>
            <a:spLocks noGrp="1"/>
          </p:cNvSpPr>
          <p:nvPr>
            <p:ph type="pic" sz="quarter" idx="14"/>
          </p:nvPr>
        </p:nvSpPr>
        <p:spPr>
          <a:xfrm>
            <a:off x="7317920" y="1447800"/>
            <a:ext cx="4214010" cy="4214010"/>
          </a:xfrm>
          <a:prstGeom prst="ellipse">
            <a:avLst/>
          </a:prstGeom>
          <a:solidFill>
            <a:schemeClr val="accent2"/>
          </a:solidFill>
        </p:spPr>
        <p:txBody>
          <a:bodyPr rtlCol="0"/>
          <a:lstStyle>
            <a:lvl1pPr marL="0" indent="0" algn="ctr">
              <a:buNone/>
              <a:defRPr lang="fr-FR" sz="2000"/>
            </a:lvl1pPr>
          </a:lstStyle>
          <a:p>
            <a:pPr rtl="0"/>
            <a:r>
              <a:rPr lang="fr-FR"/>
              <a:t>Cliquez sur l'icône pour ajouter une image</a:t>
            </a:r>
          </a:p>
        </p:txBody>
      </p:sp>
      <p:sp>
        <p:nvSpPr>
          <p:cNvPr id="4" name="Espace réservé de la date 3">
            <a:extLst>
              <a:ext uri="{FF2B5EF4-FFF2-40B4-BE49-F238E27FC236}">
                <a16:creationId xmlns:a16="http://schemas.microsoft.com/office/drawing/2014/main" id="{8E95D4F5-F69B-42F6-8A9D-330F696E144B}"/>
              </a:ext>
            </a:extLst>
          </p:cNvPr>
          <p:cNvSpPr>
            <a:spLocks noGrp="1"/>
          </p:cNvSpPr>
          <p:nvPr>
            <p:ph type="dt" sz="half" idx="10"/>
          </p:nvPr>
        </p:nvSpPr>
        <p:spPr/>
        <p:txBody>
          <a:bodyPr rtlCol="0">
            <a:noAutofit/>
          </a:bodyPr>
          <a:lstStyle>
            <a:lvl1pPr>
              <a:defRPr lang="fr-FR">
                <a:solidFill>
                  <a:schemeClr val="accent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FA79A23A-2238-4904-8692-9F2DAE8B8FC9}"/>
              </a:ext>
            </a:extLst>
          </p:cNvPr>
          <p:cNvSpPr>
            <a:spLocks noGrp="1"/>
          </p:cNvSpPr>
          <p:nvPr>
            <p:ph type="ftr" sz="quarter" idx="11"/>
          </p:nvPr>
        </p:nvSpPr>
        <p:spPr/>
        <p:txBody>
          <a:bodyPr rtlCol="0">
            <a:noAutofit/>
          </a:bodyPr>
          <a:lstStyle>
            <a:lvl1pPr>
              <a:defRPr lang="fr-FR">
                <a:solidFill>
                  <a:schemeClr val="accent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DB69FC35-DDC8-45FB-8ACB-21C15F57C1F1}"/>
              </a:ext>
            </a:extLst>
          </p:cNvPr>
          <p:cNvSpPr>
            <a:spLocks noGrp="1"/>
          </p:cNvSpPr>
          <p:nvPr>
            <p:ph type="sldNum" sz="quarter" idx="12"/>
          </p:nvPr>
        </p:nvSpPr>
        <p:spPr>
          <a:xfrm>
            <a:off x="10206318" y="6356350"/>
            <a:ext cx="1604682" cy="365125"/>
          </a:xfrm>
        </p:spPr>
        <p:txBody>
          <a:bodyPr rtlCol="0">
            <a:noAutofit/>
          </a:bodyPr>
          <a:lstStyle>
            <a:lvl1pPr>
              <a:defRPr lang="fr-FR">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4193030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SmartArt 2">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e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457200"/>
            <a:ext cx="9692640" cy="1371600"/>
          </a:xfrm>
        </p:spPr>
        <p:txBody>
          <a:bodyPr rtlCol="0" anchor="b">
            <a:noAutofit/>
          </a:bodyPr>
          <a:lstStyle>
            <a:lvl1pPr>
              <a:defRPr lang="fr-FR" sz="4200" b="1">
                <a:latin typeface="+mj-lt"/>
              </a:defRPr>
            </a:lvl1pPr>
          </a:lstStyle>
          <a:p>
            <a:pPr rtl="0"/>
            <a:r>
              <a:rPr lang="fr-FR"/>
              <a:t>Cliquez pour ajouter un titre</a:t>
            </a:r>
          </a:p>
        </p:txBody>
      </p:sp>
      <p:sp>
        <p:nvSpPr>
          <p:cNvPr id="4" name="Espace réservé du contenu 2">
            <a:extLst>
              <a:ext uri="{FF2B5EF4-FFF2-40B4-BE49-F238E27FC236}">
                <a16:creationId xmlns:a16="http://schemas.microsoft.com/office/drawing/2014/main" id="{C45E425B-455F-127B-1647-045FD094F15D}"/>
              </a:ext>
            </a:extLst>
          </p:cNvPr>
          <p:cNvSpPr>
            <a:spLocks noGrp="1"/>
          </p:cNvSpPr>
          <p:nvPr>
            <p:ph idx="10" hasCustomPrompt="1"/>
          </p:nvPr>
        </p:nvSpPr>
        <p:spPr>
          <a:xfrm>
            <a:off x="1167493" y="2087561"/>
            <a:ext cx="2693306" cy="3890543"/>
          </a:xfrm>
        </p:spPr>
        <p:txBody>
          <a:bodyPr rtlCol="0">
            <a:noAutofit/>
          </a:bodyPr>
          <a:lstStyle>
            <a:lvl1pPr marL="0" indent="0">
              <a:buNone/>
              <a:defRPr lang="fr-FR" sz="2000">
                <a:latin typeface="+mn-lt"/>
              </a:defRPr>
            </a:lvl1pPr>
            <a:lvl2pPr marL="457200" indent="0">
              <a:buNone/>
              <a:defRPr lang="fr-FR" sz="2000">
                <a:latin typeface="+mn-lt"/>
              </a:defRPr>
            </a:lvl2pPr>
            <a:lvl3pPr marL="914400" indent="0">
              <a:buNone/>
              <a:defRPr lang="fr-FR" sz="2000">
                <a:latin typeface="+mn-lt"/>
              </a:defRPr>
            </a:lvl3pPr>
            <a:lvl4pPr marL="1371600" indent="0">
              <a:buNone/>
              <a:defRPr lang="fr-FR" sz="2000">
                <a:latin typeface="+mn-lt"/>
              </a:defRPr>
            </a:lvl4pPr>
            <a:lvl5pPr marL="1828800" indent="0">
              <a:buNone/>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4216400" y="2087563"/>
            <a:ext cx="6730274" cy="3890543"/>
          </a:xfrm>
        </p:spPr>
        <p:txBody>
          <a:bodyPr rtlCol="0">
            <a:no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Cliquez pour ajouter du contenu</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18270985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re et contenu et image 2">
    <p:spTree>
      <p:nvGrpSpPr>
        <p:cNvPr id="1" name=""/>
        <p:cNvGrpSpPr/>
        <p:nvPr/>
      </p:nvGrpSpPr>
      <p:grpSpPr>
        <a:xfrm>
          <a:off x="0" y="0"/>
          <a:ext cx="0" cy="0"/>
          <a:chOff x="0" y="0"/>
          <a:chExt cx="0" cy="0"/>
        </a:xfrm>
      </p:grpSpPr>
      <p:grpSp>
        <p:nvGrpSpPr>
          <p:cNvPr id="14" name="Groupe 13">
            <a:extLst>
              <a:ext uri="{FF2B5EF4-FFF2-40B4-BE49-F238E27FC236}">
                <a16:creationId xmlns:a16="http://schemas.microsoft.com/office/drawing/2014/main" id="{79F46B00-4AE8-52A2-6926-FC2F5DD1FAD4}"/>
              </a:ext>
              <a:ext uri="{C183D7F6-B498-43B3-948B-1728B52AA6E4}">
                <adec:decorative xmlns:adec="http://schemas.microsoft.com/office/drawing/2017/decorative" val="1"/>
              </a:ext>
            </a:extLst>
          </p:cNvPr>
          <p:cNvGrpSpPr/>
          <p:nvPr userDrawn="1"/>
        </p:nvGrpSpPr>
        <p:grpSpPr>
          <a:xfrm>
            <a:off x="-2364" y="0"/>
            <a:ext cx="12194364" cy="6858000"/>
            <a:chOff x="-2364" y="0"/>
            <a:chExt cx="12194364" cy="6858000"/>
          </a:xfrm>
        </p:grpSpPr>
        <p:sp>
          <p:nvSpPr>
            <p:cNvPr id="4" name="Forme libre 3">
              <a:extLst>
                <a:ext uri="{FF2B5EF4-FFF2-40B4-BE49-F238E27FC236}">
                  <a16:creationId xmlns:a16="http://schemas.microsoft.com/office/drawing/2014/main" id="{6A7F6A3F-E1DD-A246-9A6D-5F9B18BA2588}"/>
                </a:ext>
              </a:extLst>
            </p:cNvPr>
            <p:cNvSpPr/>
            <p:nvPr userDrawn="1"/>
          </p:nvSpPr>
          <p:spPr>
            <a:xfrm rot="5400000">
              <a:off x="8580896" y="0"/>
              <a:ext cx="3611104" cy="3611104"/>
            </a:xfrm>
            <a:custGeom>
              <a:avLst/>
              <a:gdLst>
                <a:gd name="connsiteX0" fmla="*/ 0 w 1167493"/>
                <a:gd name="connsiteY0" fmla="*/ 0 h 1167493"/>
                <a:gd name="connsiteX1" fmla="*/ 1167493 w 1167493"/>
                <a:gd name="connsiteY1" fmla="*/ 0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5" name="Forme libre 4">
              <a:extLst>
                <a:ext uri="{FF2B5EF4-FFF2-40B4-BE49-F238E27FC236}">
                  <a16:creationId xmlns:a16="http://schemas.microsoft.com/office/drawing/2014/main" id="{055FD0FC-C8FF-6741-A364-A29CDC6F9495}"/>
                </a:ext>
              </a:extLst>
            </p:cNvPr>
            <p:cNvSpPr/>
            <p:nvPr userDrawn="1"/>
          </p:nvSpPr>
          <p:spPr>
            <a:xfrm>
              <a:off x="-2364" y="3246896"/>
              <a:ext cx="3611104" cy="3611104"/>
            </a:xfrm>
            <a:custGeom>
              <a:avLst/>
              <a:gdLst>
                <a:gd name="connsiteX0" fmla="*/ 0 w 1167493"/>
                <a:gd name="connsiteY0" fmla="*/ 0 h 1167493"/>
                <a:gd name="connsiteX1" fmla="*/ 1167493 w 1167493"/>
                <a:gd name="connsiteY1" fmla="*/ 1167493 h 1167493"/>
                <a:gd name="connsiteX2" fmla="*/ 0 w 1167493"/>
                <a:gd name="connsiteY2" fmla="*/ 1167493 h 1167493"/>
                <a:gd name="connsiteX3" fmla="*/ 0 w 1167493"/>
                <a:gd name="connsiteY3" fmla="*/ 0 h 1167493"/>
              </a:gdLst>
              <a:ahLst/>
              <a:cxnLst>
                <a:cxn ang="0">
                  <a:pos x="connsiteX0" y="connsiteY0"/>
                </a:cxn>
                <a:cxn ang="0">
                  <a:pos x="connsiteX1" y="connsiteY1"/>
                </a:cxn>
                <a:cxn ang="0">
                  <a:pos x="connsiteX2" y="connsiteY2"/>
                </a:cxn>
                <a:cxn ang="0">
                  <a:pos x="connsiteX3" y="connsiteY3"/>
                </a:cxn>
              </a:cxn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nvGrpSpPr>
            <p:cNvPr id="9" name="Groupe 8">
              <a:extLst>
                <a:ext uri="{FF2B5EF4-FFF2-40B4-BE49-F238E27FC236}">
                  <a16:creationId xmlns:a16="http://schemas.microsoft.com/office/drawing/2014/main" id="{9861BC34-DFBF-2D4F-B463-FCFBC08391FF}"/>
                </a:ext>
              </a:extLst>
            </p:cNvPr>
            <p:cNvGrpSpPr/>
            <p:nvPr userDrawn="1"/>
          </p:nvGrpSpPr>
          <p:grpSpPr>
            <a:xfrm>
              <a:off x="2587417" y="5590903"/>
              <a:ext cx="1572380" cy="1267097"/>
              <a:chOff x="7413403" y="4976359"/>
              <a:chExt cx="2334986" cy="1881641"/>
            </a:xfrm>
          </p:grpSpPr>
          <p:sp>
            <p:nvSpPr>
              <p:cNvPr id="7" name="Forme libre 6">
                <a:extLst>
                  <a:ext uri="{FF2B5EF4-FFF2-40B4-BE49-F238E27FC236}">
                    <a16:creationId xmlns:a16="http://schemas.microsoft.com/office/drawing/2014/main" id="{55C37C19-F268-4A43-A0D4-3B1B38D48952}"/>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sp>
            <p:nvSpPr>
              <p:cNvPr id="8" name="Forme libre 7">
                <a:extLst>
                  <a:ext uri="{FF2B5EF4-FFF2-40B4-BE49-F238E27FC236}">
                    <a16:creationId xmlns:a16="http://schemas.microsoft.com/office/drawing/2014/main" id="{E4F760E5-9D5D-E44F-AEBF-20CA8DE87D11}"/>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latin typeface="+mn-lt"/>
                </a:endParaRPr>
              </a:p>
            </p:txBody>
          </p:sp>
        </p:gr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5549489" y="457199"/>
            <a:ext cx="5943599" cy="1920240"/>
          </a:xfrm>
        </p:spPr>
        <p:txBody>
          <a:bodyPr rtlCol="0" anchor="b">
            <a:noAutofit/>
          </a:bodyPr>
          <a:lstStyle>
            <a:lvl1pPr>
              <a:defRPr lang="fr-FR" sz="4200" b="1">
                <a:latin typeface="+mj-lt"/>
              </a:defRPr>
            </a:lvl1pPr>
          </a:lstStyle>
          <a:p>
            <a:pPr rtl="0"/>
            <a:r>
              <a:rPr lang="fr-FR"/>
              <a:t>Cliquez pour ajouter un titre</a:t>
            </a:r>
          </a:p>
        </p:txBody>
      </p:sp>
      <p:sp>
        <p:nvSpPr>
          <p:cNvPr id="15" name="Espace réservé du contenu 2">
            <a:extLst>
              <a:ext uri="{FF2B5EF4-FFF2-40B4-BE49-F238E27FC236}">
                <a16:creationId xmlns:a16="http://schemas.microsoft.com/office/drawing/2014/main" id="{6BBDFA0C-B372-969D-6C8A-F664A4BF8D41}"/>
              </a:ext>
            </a:extLst>
          </p:cNvPr>
          <p:cNvSpPr>
            <a:spLocks noGrp="1" noChangeAspect="1"/>
          </p:cNvSpPr>
          <p:nvPr>
            <p:ph idx="17" hasCustomPrompt="1"/>
          </p:nvPr>
        </p:nvSpPr>
        <p:spPr>
          <a:xfrm>
            <a:off x="823108" y="640080"/>
            <a:ext cx="4297680" cy="4297680"/>
          </a:xfrm>
          <a:prstGeom prst="ellipse">
            <a:avLst/>
          </a:prstGeom>
          <a:solidFill>
            <a:schemeClr val="accent2"/>
          </a:solidFill>
        </p:spPr>
        <p:txBody>
          <a:bodyPr rtlCol="0" anchor="ctr" anchorCtr="0">
            <a:noAutofit/>
          </a:bodyPr>
          <a:lstStyle>
            <a:lvl1pPr marL="0" indent="0" algn="ctr">
              <a:buFont typeface="Arial" panose="020B0604020202020204" pitchFamily="34" charset="0"/>
              <a:buNone/>
              <a:defRPr lang="fr-FR" sz="2000">
                <a:latin typeface="+mn-lt"/>
              </a:defRPr>
            </a:lvl1pPr>
            <a:lvl2pPr marL="347663" indent="0" algn="ctr">
              <a:buFont typeface="Arial" panose="020B0604020202020204" pitchFamily="34" charset="0"/>
              <a:buNone/>
              <a:defRPr lang="fr-FR" sz="2000">
                <a:latin typeface="+mn-lt"/>
              </a:defRPr>
            </a:lvl2pPr>
            <a:lvl3pPr marL="685800" indent="0" algn="ctr">
              <a:buFont typeface="Arial" panose="020B0604020202020204" pitchFamily="34" charset="0"/>
              <a:buNone/>
              <a:defRPr lang="fr-FR" sz="2000">
                <a:latin typeface="+mn-lt"/>
              </a:defRPr>
            </a:lvl3pPr>
            <a:lvl4pPr marL="914400" indent="0" algn="ctr">
              <a:buFont typeface="Arial" panose="020B0604020202020204" pitchFamily="34" charset="0"/>
              <a:buNone/>
              <a:defRPr lang="fr-FR" sz="2000">
                <a:latin typeface="+mn-lt"/>
              </a:defRPr>
            </a:lvl4pPr>
            <a:lvl5pPr marL="1143000" indent="0" algn="ctr">
              <a:buFont typeface="Arial" panose="020B0604020202020204" pitchFamily="34" charset="0"/>
              <a:buNone/>
              <a:defRPr lang="fr-FR" sz="2000">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67114" cy="365125"/>
          </a:xfrm>
          <a:prstGeom prst="rect">
            <a:avLst/>
          </a:prstGeom>
        </p:spPr>
        <p:txBody>
          <a:bodyPr vert="horz" lIns="91440" tIns="45720" rIns="91440" bIns="45720" rtlCol="0" anchor="ctr">
            <a:noAutofit/>
          </a:bodyPr>
          <a:lstStyle>
            <a:lvl1pPr algn="l">
              <a:defRPr lang="fr-FR" sz="1200">
                <a:solidFill>
                  <a:schemeClr val="accent2"/>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
        <p:nvSpPr>
          <p:cNvPr id="3" name="Espace réservé du contenu 2">
            <a:extLst>
              <a:ext uri="{FF2B5EF4-FFF2-40B4-BE49-F238E27FC236}">
                <a16:creationId xmlns:a16="http://schemas.microsoft.com/office/drawing/2014/main" id="{99A8D2CC-EE75-85FA-1577-88C0BEC7B10C}"/>
              </a:ext>
            </a:extLst>
          </p:cNvPr>
          <p:cNvSpPr>
            <a:spLocks noGrp="1"/>
          </p:cNvSpPr>
          <p:nvPr>
            <p:ph idx="15" hasCustomPrompt="1"/>
          </p:nvPr>
        </p:nvSpPr>
        <p:spPr>
          <a:xfrm>
            <a:off x="5549490" y="2706369"/>
            <a:ext cx="5943600" cy="3383279"/>
          </a:xfrm>
        </p:spPr>
        <p:txBody>
          <a:bodyPr rtlCol="0">
            <a:normAutofit/>
          </a:bodyPr>
          <a:lstStyle>
            <a:lvl1pPr marL="283464" indent="-283464">
              <a:spcBef>
                <a:spcPts val="1000"/>
              </a:spcBef>
              <a:buFont typeface="Arial" panose="020B0604020202020204" pitchFamily="34" charset="0"/>
              <a:buChar char="•"/>
              <a:defRPr lang="fr-FR" sz="2000">
                <a:solidFill>
                  <a:schemeClr val="tx1"/>
                </a:solidFill>
                <a:latin typeface="+mn-lt"/>
              </a:defRPr>
            </a:lvl1pPr>
            <a:lvl2pPr marL="566928" indent="-283464">
              <a:spcBef>
                <a:spcPts val="1000"/>
              </a:spcBef>
              <a:buFont typeface="Arial" panose="020B0604020202020204" pitchFamily="34" charset="0"/>
              <a:buChar char="•"/>
              <a:defRPr lang="fr-FR" sz="2000">
                <a:solidFill>
                  <a:schemeClr val="tx1"/>
                </a:solidFill>
                <a:latin typeface="+mn-lt"/>
              </a:defRPr>
            </a:lvl2pPr>
            <a:lvl3pPr marL="850392" indent="-283464">
              <a:spcBef>
                <a:spcPts val="1000"/>
              </a:spcBef>
              <a:buFont typeface="Arial" panose="020B0604020202020204" pitchFamily="34" charset="0"/>
              <a:buChar char="•"/>
              <a:defRPr lang="fr-FR" sz="2000">
                <a:solidFill>
                  <a:schemeClr val="tx1"/>
                </a:solidFill>
                <a:latin typeface="+mn-lt"/>
              </a:defRPr>
            </a:lvl3pPr>
            <a:lvl4pPr marL="1133856" indent="-283464">
              <a:spcBef>
                <a:spcPts val="1000"/>
              </a:spcBef>
              <a:buFont typeface="Arial" panose="020B0604020202020204" pitchFamily="34" charset="0"/>
              <a:buChar char="•"/>
              <a:defRPr lang="fr-FR" sz="2000">
                <a:solidFill>
                  <a:schemeClr val="tx1"/>
                </a:solidFill>
                <a:latin typeface="+mn-lt"/>
              </a:defRPr>
            </a:lvl4pPr>
            <a:lvl5pPr marL="1463040" indent="-283464">
              <a:spcBef>
                <a:spcPts val="1000"/>
              </a:spcBef>
              <a:buFont typeface="Arial" panose="020B0604020202020204" pitchFamily="34" charset="0"/>
              <a:buChar char="•"/>
              <a:defRPr lang="fr-FR" sz="2000">
                <a:solidFill>
                  <a:schemeClr val="tx1"/>
                </a:solidFill>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Tree>
    <p:extLst>
      <p:ext uri="{BB962C8B-B14F-4D97-AF65-F5344CB8AC3E}">
        <p14:creationId xmlns:p14="http://schemas.microsoft.com/office/powerpoint/2010/main" val="5256561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Graphique ">
    <p:bg>
      <p:bgPr>
        <a:solidFill>
          <a:schemeClr val="accent2"/>
        </a:solidFill>
        <a:effectLst/>
      </p:bgPr>
    </p:bg>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ABA2A58C-57B7-834C-8F5C-3299322411B1}"/>
              </a:ext>
              <a:ext uri="{C183D7F6-B498-43B3-948B-1728B52AA6E4}">
                <adec:decorative xmlns:adec="http://schemas.microsoft.com/office/drawing/2017/decorative" val="1"/>
              </a:ext>
            </a:extLst>
          </p:cNvPr>
          <p:cNvGrpSpPr/>
          <p:nvPr userDrawn="1"/>
        </p:nvGrpSpPr>
        <p:grpSpPr>
          <a:xfrm rot="16200000">
            <a:off x="10772262" y="152641"/>
            <a:ext cx="1572380" cy="1267097"/>
            <a:chOff x="7413403" y="4976359"/>
            <a:chExt cx="2334986" cy="1881641"/>
          </a:xfrm>
        </p:grpSpPr>
        <p:sp>
          <p:nvSpPr>
            <p:cNvPr id="13" name="Forme libre 12">
              <a:extLst>
                <a:ext uri="{FF2B5EF4-FFF2-40B4-BE49-F238E27FC236}">
                  <a16:creationId xmlns:a16="http://schemas.microsoft.com/office/drawing/2014/main" id="{801D8067-144A-FE48-AF1E-529B662DCAD3}"/>
                </a:ext>
              </a:extLst>
            </p:cNvPr>
            <p:cNvSpPr/>
            <p:nvPr userDrawn="1"/>
          </p:nvSpPr>
          <p:spPr>
            <a:xfrm rot="5400000" flipH="1" flipV="1">
              <a:off x="8223822"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4" name="Forme libre 13">
              <a:extLst>
                <a:ext uri="{FF2B5EF4-FFF2-40B4-BE49-F238E27FC236}">
                  <a16:creationId xmlns:a16="http://schemas.microsoft.com/office/drawing/2014/main" id="{2ECA7D87-C78C-C140-AA28-C0FB20209045}"/>
                </a:ext>
              </a:extLst>
            </p:cNvPr>
            <p:cNvSpPr/>
            <p:nvPr userDrawn="1"/>
          </p:nvSpPr>
          <p:spPr>
            <a:xfrm rot="16200000" flipV="1">
              <a:off x="7056329" y="5333433"/>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3CD97974-B93C-4C96-B3F6-F69E3D6DE6CA}"/>
              </a:ext>
            </a:extLst>
          </p:cNvPr>
          <p:cNvSpPr>
            <a:spLocks noGrp="1"/>
          </p:cNvSpPr>
          <p:nvPr>
            <p:ph type="title" hasCustomPrompt="1"/>
          </p:nvPr>
        </p:nvSpPr>
        <p:spPr>
          <a:xfrm>
            <a:off x="1167492" y="136526"/>
            <a:ext cx="9779183" cy="1570038"/>
          </a:xfrm>
        </p:spPr>
        <p:txBody>
          <a:bodyPr rtlCol="0" anchor="b">
            <a:noAutofit/>
          </a:bodyPr>
          <a:lstStyle>
            <a:lvl1pPr>
              <a:defRPr lang="fr-FR" sz="4200" b="1">
                <a:latin typeface="+mj-lt"/>
              </a:defRPr>
            </a:lvl1pPr>
          </a:lstStyle>
          <a:p>
            <a:pPr rtl="0"/>
            <a:r>
              <a:rPr lang="fr-FR"/>
              <a:t>Cliquez pour ajouter un titre</a:t>
            </a:r>
          </a:p>
        </p:txBody>
      </p:sp>
      <p:sp>
        <p:nvSpPr>
          <p:cNvPr id="3" name="Espace réservé du contenu 2">
            <a:extLst>
              <a:ext uri="{FF2B5EF4-FFF2-40B4-BE49-F238E27FC236}">
                <a16:creationId xmlns:a16="http://schemas.microsoft.com/office/drawing/2014/main" id="{8A6FC6F2-80B4-49A7-9448-33FE2DF0E967}"/>
              </a:ext>
            </a:extLst>
          </p:cNvPr>
          <p:cNvSpPr>
            <a:spLocks noGrp="1"/>
          </p:cNvSpPr>
          <p:nvPr>
            <p:ph idx="1" hasCustomPrompt="1"/>
          </p:nvPr>
        </p:nvSpPr>
        <p:spPr>
          <a:xfrm>
            <a:off x="1167493" y="2084832"/>
            <a:ext cx="9779182" cy="3366813"/>
          </a:xfrm>
        </p:spPr>
        <p:txBody>
          <a:bodyPr rtlCol="0">
            <a:noAutofit/>
          </a:bodyPr>
          <a:lstStyle>
            <a:lvl1pPr marL="0" indent="0">
              <a:buNone/>
              <a:defRPr lang="fr-FR">
                <a:latin typeface="+mn-lt"/>
              </a:defRPr>
            </a:lvl1pPr>
            <a:lvl2pPr marL="457200" indent="0">
              <a:buNone/>
              <a:defRPr lang="fr-FR">
                <a:latin typeface="+mn-lt"/>
              </a:defRPr>
            </a:lvl2pPr>
            <a:lvl3pPr marL="914400" indent="0">
              <a:buNone/>
              <a:defRPr lang="fr-FR">
                <a:latin typeface="+mn-lt"/>
              </a:defRPr>
            </a:lvl3pPr>
            <a:lvl4pPr marL="1371600" indent="0">
              <a:buNone/>
              <a:defRPr lang="fr-FR">
                <a:latin typeface="+mn-lt"/>
              </a:defRPr>
            </a:lvl4pPr>
            <a:lvl5pPr marL="1828800" indent="0">
              <a:buNone/>
              <a:defRPr lang="fr-FR">
                <a:latin typeface="+mn-lt"/>
              </a:defRPr>
            </a:lvl5pPr>
          </a:lstStyle>
          <a:p>
            <a:pPr lvl="0" rtl="0"/>
            <a:r>
              <a:rPr lang="fr-FR"/>
              <a:t>Cliquer pour ajouter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10" name="Espace réservé de la date 3">
            <a:extLst>
              <a:ext uri="{FF2B5EF4-FFF2-40B4-BE49-F238E27FC236}">
                <a16:creationId xmlns:a16="http://schemas.microsoft.com/office/drawing/2014/main" id="{7536C149-3EFE-A94E-902D-57CED00B2C0F}"/>
              </a:ext>
            </a:extLst>
          </p:cNvPr>
          <p:cNvSpPr>
            <a:spLocks noGrp="1"/>
          </p:cNvSpPr>
          <p:nvPr>
            <p:ph type="dt" sz="half" idx="2"/>
          </p:nvPr>
        </p:nvSpPr>
        <p:spPr>
          <a:xfrm>
            <a:off x="381000" y="6356350"/>
            <a:ext cx="1701018" cy="365125"/>
          </a:xfrm>
          <a:prstGeom prst="rect">
            <a:avLst/>
          </a:prstGeom>
        </p:spPr>
        <p:txBody>
          <a:bodyPr vert="horz" lIns="91440" tIns="45720" rIns="91440" bIns="45720" rtlCol="0" anchor="ctr">
            <a:noAutofit/>
          </a:bodyPr>
          <a:lstStyle>
            <a:lvl1pPr algn="l">
              <a:defRPr lang="fr-FR" sz="1200">
                <a:solidFill>
                  <a:schemeClr val="accent3"/>
                </a:solidFill>
                <a:latin typeface="+mn-lt"/>
              </a:defRPr>
            </a:lvl1pPr>
          </a:lstStyle>
          <a:p>
            <a:pPr rtl="0"/>
            <a:r>
              <a:rPr lang="fr-FR"/>
              <a:t>08/09/20XX</a:t>
            </a:r>
          </a:p>
        </p:txBody>
      </p:sp>
      <p:sp>
        <p:nvSpPr>
          <p:cNvPr id="11" name="Espace réservé du pied de page 4">
            <a:extLst>
              <a:ext uri="{FF2B5EF4-FFF2-40B4-BE49-F238E27FC236}">
                <a16:creationId xmlns:a16="http://schemas.microsoft.com/office/drawing/2014/main" id="{53CA1E78-F17D-F34D-9F81-0DBF44F378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accent3"/>
                </a:solidFill>
                <a:latin typeface="+mn-lt"/>
              </a:defRPr>
            </a:lvl1pPr>
          </a:lstStyle>
          <a:p>
            <a:pPr rtl="0"/>
            <a:endParaRPr lang="fr-FR" dirty="0"/>
          </a:p>
        </p:txBody>
      </p:sp>
      <p:sp>
        <p:nvSpPr>
          <p:cNvPr id="12" name="Espace réservé du numéro de diapositive 5">
            <a:extLst>
              <a:ext uri="{FF2B5EF4-FFF2-40B4-BE49-F238E27FC236}">
                <a16:creationId xmlns:a16="http://schemas.microsoft.com/office/drawing/2014/main" id="{1FE54918-A625-F64F-A42E-A427E9B2D489}"/>
              </a:ext>
            </a:extLst>
          </p:cNvPr>
          <p:cNvSpPr>
            <a:spLocks noGrp="1"/>
          </p:cNvSpPr>
          <p:nvPr>
            <p:ph type="sldNum" sz="quarter" idx="4"/>
          </p:nvPr>
        </p:nvSpPr>
        <p:spPr>
          <a:xfrm>
            <a:off x="10153276" y="6356350"/>
            <a:ext cx="1657723" cy="365125"/>
          </a:xfrm>
          <a:prstGeom prst="rect">
            <a:avLst/>
          </a:prstGeom>
        </p:spPr>
        <p:txBody>
          <a:bodyPr vert="horz" lIns="91440" tIns="45720" rIns="91440" bIns="45720" rtlCol="0" anchor="ctr">
            <a:noAutofit/>
          </a:bodyPr>
          <a:lstStyle>
            <a:lvl1pPr algn="r">
              <a:defRPr lang="fr-FR" sz="1200">
                <a:solidFill>
                  <a:schemeClr val="accent3"/>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31909451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Diapositive de fin">
    <p:spTree>
      <p:nvGrpSpPr>
        <p:cNvPr id="1" name=""/>
        <p:cNvGrpSpPr/>
        <p:nvPr/>
      </p:nvGrpSpPr>
      <p:grpSpPr>
        <a:xfrm>
          <a:off x="0" y="0"/>
          <a:ext cx="0" cy="0"/>
          <a:chOff x="0" y="0"/>
          <a:chExt cx="0" cy="0"/>
        </a:xfrm>
      </p:grpSpPr>
      <p:grpSp>
        <p:nvGrpSpPr>
          <p:cNvPr id="5" name="Groupe 4">
            <a:extLst>
              <a:ext uri="{FF2B5EF4-FFF2-40B4-BE49-F238E27FC236}">
                <a16:creationId xmlns:a16="http://schemas.microsoft.com/office/drawing/2014/main" id="{78AD52EA-B01E-8D38-D87A-BF7EB5B58A82}"/>
              </a:ext>
              <a:ext uri="{C183D7F6-B498-43B3-948B-1728B52AA6E4}">
                <adec:decorative xmlns:adec="http://schemas.microsoft.com/office/drawing/2017/decorative" val="1"/>
              </a:ext>
            </a:extLst>
          </p:cNvPr>
          <p:cNvGrpSpPr/>
          <p:nvPr userDrawn="1"/>
        </p:nvGrpSpPr>
        <p:grpSpPr>
          <a:xfrm>
            <a:off x="0" y="-1"/>
            <a:ext cx="12192001" cy="6864796"/>
            <a:chOff x="0" y="-1"/>
            <a:chExt cx="12192001" cy="6864796"/>
          </a:xfrm>
        </p:grpSpPr>
        <p:sp>
          <p:nvSpPr>
            <p:cNvPr id="4" name="Rectangle 3">
              <a:extLst>
                <a:ext uri="{FF2B5EF4-FFF2-40B4-BE49-F238E27FC236}">
                  <a16:creationId xmlns:a16="http://schemas.microsoft.com/office/drawing/2014/main" id="{9AC79249-FDC0-364D-A734-AE1DE1605D28}"/>
                </a:ext>
              </a:extLst>
            </p:cNvPr>
            <p:cNvSpPr/>
            <p:nvPr userDrawn="1"/>
          </p:nvSpPr>
          <p:spPr>
            <a:xfrm>
              <a:off x="8264426" y="0"/>
              <a:ext cx="3927574"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fr-FR"/>
              </a:defPPr>
            </a:lstStyle>
            <a:p>
              <a:pPr algn="ctr" rtl="0"/>
              <a:endParaRPr lang="fr-FR" dirty="0"/>
            </a:p>
          </p:txBody>
        </p:sp>
        <p:grpSp>
          <p:nvGrpSpPr>
            <p:cNvPr id="6" name="Groupe 5">
              <a:extLst>
                <a:ext uri="{FF2B5EF4-FFF2-40B4-BE49-F238E27FC236}">
                  <a16:creationId xmlns:a16="http://schemas.microsoft.com/office/drawing/2014/main" id="{F15FBB50-09C8-B64E-AE57-67C5E70810CB}"/>
                </a:ext>
              </a:extLst>
            </p:cNvPr>
            <p:cNvGrpSpPr/>
            <p:nvPr userDrawn="1"/>
          </p:nvGrpSpPr>
          <p:grpSpPr>
            <a:xfrm>
              <a:off x="8264427" y="3685939"/>
              <a:ext cx="3927573" cy="3178856"/>
              <a:chOff x="9857014" y="13834"/>
              <a:chExt cx="2334986" cy="1881641"/>
            </a:xfrm>
          </p:grpSpPr>
          <p:sp>
            <p:nvSpPr>
              <p:cNvPr id="15" name="Forme libre 14">
                <a:extLst>
                  <a:ext uri="{FF2B5EF4-FFF2-40B4-BE49-F238E27FC236}">
                    <a16:creationId xmlns:a16="http://schemas.microsoft.com/office/drawing/2014/main" id="{EFBF1E52-11FA-DC48-B7AD-75734232FFE8}"/>
                  </a:ext>
                </a:extLst>
              </p:cNvPr>
              <p:cNvSpPr/>
              <p:nvPr userDrawn="1"/>
            </p:nvSpPr>
            <p:spPr>
              <a:xfrm rot="5400000" flipH="1" flipV="1">
                <a:off x="10667433"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6" name="Forme libre 15">
                <a:extLst>
                  <a:ext uri="{FF2B5EF4-FFF2-40B4-BE49-F238E27FC236}">
                    <a16:creationId xmlns:a16="http://schemas.microsoft.com/office/drawing/2014/main" id="{4850B620-49F5-3748-84AF-682555D52792}"/>
                  </a:ext>
                </a:extLst>
              </p:cNvPr>
              <p:cNvSpPr/>
              <p:nvPr userDrawn="1"/>
            </p:nvSpPr>
            <p:spPr>
              <a:xfrm rot="16200000" flipV="1">
                <a:off x="9499940" y="370908"/>
                <a:ext cx="1881641" cy="1167493"/>
              </a:xfrm>
              <a:custGeom>
                <a:avLst/>
                <a:gdLst>
                  <a:gd name="connsiteX0" fmla="*/ 1881641 w 1881641"/>
                  <a:gd name="connsiteY0" fmla="*/ 1167473 h 1167493"/>
                  <a:gd name="connsiteX1" fmla="*/ 1881641 w 1881641"/>
                  <a:gd name="connsiteY1" fmla="*/ 1167493 h 1167493"/>
                  <a:gd name="connsiteX2" fmla="*/ 1167493 w 1881641"/>
                  <a:gd name="connsiteY2" fmla="*/ 1167493 h 1167493"/>
                  <a:gd name="connsiteX3" fmla="*/ 0 w 1881641"/>
                  <a:gd name="connsiteY3" fmla="*/ 0 h 1167493"/>
                  <a:gd name="connsiteX4" fmla="*/ 714149 w 1881641"/>
                  <a:gd name="connsiteY4" fmla="*/ 0 h 1167493"/>
                  <a:gd name="connsiteX5" fmla="*/ 1875614 w 1881641"/>
                  <a:gd name="connsiteY5" fmla="*/ 1048124 h 1167493"/>
                  <a:gd name="connsiteX6" fmla="*/ 1881641 w 1881641"/>
                  <a:gd name="connsiteY6" fmla="*/ 1167473 h 1167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2" name="Forme libre 21">
              <a:extLst>
                <a:ext uri="{FF2B5EF4-FFF2-40B4-BE49-F238E27FC236}">
                  <a16:creationId xmlns:a16="http://schemas.microsoft.com/office/drawing/2014/main" id="{BC68F289-2744-2F48-893A-3F17911625C8}"/>
                </a:ext>
              </a:extLst>
            </p:cNvPr>
            <p:cNvSpPr/>
            <p:nvPr userDrawn="1"/>
          </p:nvSpPr>
          <p:spPr>
            <a:xfrm>
              <a:off x="0" y="-1"/>
              <a:ext cx="1167493" cy="1167493"/>
            </a:xfrm>
            <a:custGeom>
              <a:avLst/>
              <a:gdLst>
                <a:gd name="connsiteX0" fmla="*/ 0 w 862693"/>
                <a:gd name="connsiteY0" fmla="*/ 0 h 862693"/>
                <a:gd name="connsiteX1" fmla="*/ 862693 w 862693"/>
                <a:gd name="connsiteY1" fmla="*/ 0 h 862693"/>
                <a:gd name="connsiteX2" fmla="*/ 0 w 862693"/>
                <a:gd name="connsiteY2" fmla="*/ 862693 h 862693"/>
                <a:gd name="connsiteX3" fmla="*/ 0 w 862693"/>
                <a:gd name="connsiteY3" fmla="*/ 0 h 862693"/>
              </a:gdLst>
              <a:ahLst/>
              <a:cxnLst>
                <a:cxn ang="0">
                  <a:pos x="connsiteX0" y="connsiteY0"/>
                </a:cxn>
                <a:cxn ang="0">
                  <a:pos x="connsiteX1" y="connsiteY1"/>
                </a:cxn>
                <a:cxn ang="0">
                  <a:pos x="connsiteX2" y="connsiteY2"/>
                </a:cxn>
                <a:cxn ang="0">
                  <a:pos x="connsiteX3" y="connsiteY3"/>
                </a:cxn>
              </a:cxn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sp>
          <p:nvSpPr>
            <p:cNvPr id="17" name="Forme libre 16">
              <a:extLst>
                <a:ext uri="{FF2B5EF4-FFF2-40B4-BE49-F238E27FC236}">
                  <a16:creationId xmlns:a16="http://schemas.microsoft.com/office/drawing/2014/main" id="{39563C76-BC00-DE47-88F5-C24D3CE3325A}"/>
                </a:ext>
              </a:extLst>
            </p:cNvPr>
            <p:cNvSpPr/>
            <p:nvPr userDrawn="1"/>
          </p:nvSpPr>
          <p:spPr>
            <a:xfrm>
              <a:off x="10228214" y="-1"/>
              <a:ext cx="1963787" cy="3178856"/>
            </a:xfrm>
            <a:custGeom>
              <a:avLst/>
              <a:gdLst>
                <a:gd name="connsiteX0" fmla="*/ 0 w 1963787"/>
                <a:gd name="connsiteY0" fmla="*/ 0 h 3178856"/>
                <a:gd name="connsiteX1" fmla="*/ 1963787 w 1963787"/>
                <a:gd name="connsiteY1" fmla="*/ 0 h 3178856"/>
                <a:gd name="connsiteX2" fmla="*/ 1963787 w 1963787"/>
                <a:gd name="connsiteY2" fmla="*/ 1967129 h 3178856"/>
                <a:gd name="connsiteX3" fmla="*/ 1963787 w 1963787"/>
                <a:gd name="connsiteY3" fmla="*/ 2349671 h 3178856"/>
                <a:gd name="connsiteX4" fmla="*/ 1963787 w 1963787"/>
                <a:gd name="connsiteY4" fmla="*/ 3178856 h 3178856"/>
                <a:gd name="connsiteX5" fmla="*/ 1963753 w 1963787"/>
                <a:gd name="connsiteY5" fmla="*/ 3178856 h 3178856"/>
                <a:gd name="connsiteX6" fmla="*/ 1763002 w 1963787"/>
                <a:gd name="connsiteY6" fmla="*/ 3168629 h 3178856"/>
                <a:gd name="connsiteX7" fmla="*/ 0 w 1963787"/>
                <a:gd name="connsiteY7" fmla="*/ 1197921 h 3178856"/>
                <a:gd name="connsiteX8" fmla="*/ 0 w 1963787"/>
                <a:gd name="connsiteY8" fmla="*/ 1039961 h 3178856"/>
                <a:gd name="connsiteX9" fmla="*/ 0 w 1963787"/>
                <a:gd name="connsiteY9" fmla="*/ 0 h 3178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fr-FR"/>
              </a:defPPr>
            </a:lstStyle>
            <a:p>
              <a:pPr algn="ctr" rtl="0"/>
              <a:endParaRPr lang="fr-FR" dirty="0"/>
            </a:p>
          </p:txBody>
        </p:sp>
      </p:grpSp>
      <p:sp>
        <p:nvSpPr>
          <p:cNvPr id="2" name="Titre 1">
            <a:extLst>
              <a:ext uri="{FF2B5EF4-FFF2-40B4-BE49-F238E27FC236}">
                <a16:creationId xmlns:a16="http://schemas.microsoft.com/office/drawing/2014/main" id="{494248F2-5264-4601-AA0B-6C092F77F2DD}"/>
              </a:ext>
            </a:extLst>
          </p:cNvPr>
          <p:cNvSpPr>
            <a:spLocks noGrp="1"/>
          </p:cNvSpPr>
          <p:nvPr>
            <p:ph type="ctrTitle" hasCustomPrompt="1"/>
          </p:nvPr>
        </p:nvSpPr>
        <p:spPr>
          <a:xfrm>
            <a:off x="1167494" y="252549"/>
            <a:ext cx="6220278" cy="3262811"/>
          </a:xfrm>
        </p:spPr>
        <p:txBody>
          <a:bodyPr rtlCol="0" anchor="b">
            <a:noAutofit/>
          </a:bodyPr>
          <a:lstStyle>
            <a:lvl1pPr algn="l">
              <a:defRPr lang="fr-FR" sz="6000" b="1">
                <a:latin typeface="+mj-lt"/>
              </a:defRPr>
            </a:lvl1pPr>
          </a:lstStyle>
          <a:p>
            <a:pPr rtl="0"/>
            <a:r>
              <a:rPr lang="fr-FR"/>
              <a:t>Cliquez pour ajouter un titre</a:t>
            </a:r>
          </a:p>
        </p:txBody>
      </p:sp>
      <p:sp>
        <p:nvSpPr>
          <p:cNvPr id="3" name="Sous-titre 2">
            <a:extLst>
              <a:ext uri="{FF2B5EF4-FFF2-40B4-BE49-F238E27FC236}">
                <a16:creationId xmlns:a16="http://schemas.microsoft.com/office/drawing/2014/main" id="{DCFB69D3-5632-4285-A209-9DCA67DA668C}"/>
              </a:ext>
            </a:extLst>
          </p:cNvPr>
          <p:cNvSpPr>
            <a:spLocks noGrp="1"/>
          </p:cNvSpPr>
          <p:nvPr>
            <p:ph type="subTitle" idx="1" hasCustomPrompt="1"/>
          </p:nvPr>
        </p:nvSpPr>
        <p:spPr>
          <a:xfrm>
            <a:off x="1167493" y="3685939"/>
            <a:ext cx="6220277" cy="2919512"/>
          </a:xfrm>
        </p:spPr>
        <p:txBody>
          <a:bodyPr rtlCol="0" anchor="t" anchorCtr="0">
            <a:normAutofit/>
          </a:bodyPr>
          <a:lstStyle>
            <a:lvl1pPr marL="0" indent="0" algn="l">
              <a:buNone/>
              <a:defRPr lang="fr-FR" sz="2800">
                <a:latin typeface="+mn-lt"/>
              </a:defRPr>
            </a:lvl1pPr>
            <a:lvl2pPr marL="457200" indent="0" algn="ctr">
              <a:buNone/>
              <a:defRPr lang="fr-FR" sz="2000"/>
            </a:lvl2pPr>
            <a:lvl3pPr marL="914400" indent="0" algn="ctr">
              <a:buNone/>
              <a:defRPr lang="fr-FR" sz="1800"/>
            </a:lvl3pPr>
            <a:lvl4pPr marL="1371600" indent="0" algn="ctr">
              <a:buNone/>
              <a:defRPr lang="fr-FR" sz="1600"/>
            </a:lvl4pPr>
            <a:lvl5pPr marL="1828800" indent="0" algn="ctr">
              <a:buNone/>
              <a:defRPr lang="fr-FR" sz="1600"/>
            </a:lvl5pPr>
            <a:lvl6pPr marL="2286000" indent="0" algn="ctr">
              <a:buNone/>
              <a:defRPr lang="fr-FR" sz="1600"/>
            </a:lvl6pPr>
            <a:lvl7pPr marL="2743200" indent="0" algn="ctr">
              <a:buNone/>
              <a:defRPr lang="fr-FR" sz="1600"/>
            </a:lvl7pPr>
            <a:lvl8pPr marL="3200400" indent="0" algn="ctr">
              <a:buNone/>
              <a:defRPr lang="fr-FR" sz="1600"/>
            </a:lvl8pPr>
            <a:lvl9pPr marL="3657600" indent="0" algn="ctr">
              <a:buNone/>
              <a:defRPr lang="fr-FR" sz="1600"/>
            </a:lvl9pPr>
          </a:lstStyle>
          <a:p>
            <a:pPr lvl="0" rtl="0"/>
            <a:r>
              <a:rPr lang="fr-FR"/>
              <a:t>Cliquer pour ajouter du texte</a:t>
            </a:r>
          </a:p>
        </p:txBody>
      </p:sp>
    </p:spTree>
    <p:extLst>
      <p:ext uri="{BB962C8B-B14F-4D97-AF65-F5344CB8AC3E}">
        <p14:creationId xmlns:p14="http://schemas.microsoft.com/office/powerpoint/2010/main" val="25447069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Autofit/>
          </a:bodyPr>
          <a:lstStyle>
            <a:defPPr>
              <a:defRPr lang="fr-FR"/>
            </a:defPPr>
          </a:lstStyle>
          <a:p>
            <a:pPr rtl="0"/>
            <a:r>
              <a:rPr lang="fr-FR"/>
              <a:t>Modifiez le style du titre</a:t>
            </a:r>
          </a:p>
        </p:txBody>
      </p:sp>
      <p:sp>
        <p:nvSpPr>
          <p:cNvPr id="3" name="Espace réservé du texte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Autofit/>
          </a:bodyPr>
          <a:lstStyle>
            <a:defPPr>
              <a:defRPr lang="fr-FR"/>
            </a:defPPr>
          </a:lstStyle>
          <a:p>
            <a:pPr lvl="0" rtl="0"/>
            <a:r>
              <a:rPr lang="fr-FR"/>
              <a:t>Modifiez les styles du texte</a:t>
            </a:r>
          </a:p>
          <a:p>
            <a:pPr lvl="1" rtl="0"/>
            <a:r>
              <a:rPr lang="fr-FR"/>
              <a:t>Deuxième niveau</a:t>
            </a:r>
          </a:p>
          <a:p>
            <a:pPr lvl="2" rtl="0"/>
            <a:r>
              <a:rPr lang="fr-FR"/>
              <a:t>Troisième niveau</a:t>
            </a:r>
          </a:p>
          <a:p>
            <a:pPr lvl="3" rtl="0"/>
            <a:r>
              <a:rPr lang="fr-FR"/>
              <a:t>Quatrième niveau</a:t>
            </a:r>
          </a:p>
          <a:p>
            <a:pPr lvl="4" rtl="0"/>
            <a:r>
              <a:rPr lang="fr-FR"/>
              <a:t>Cinquième niveau</a:t>
            </a:r>
          </a:p>
        </p:txBody>
      </p:sp>
      <p:sp>
        <p:nvSpPr>
          <p:cNvPr id="4" name="Espace réservé de la date 3">
            <a:extLst>
              <a:ext uri="{FF2B5EF4-FFF2-40B4-BE49-F238E27FC236}">
                <a16:creationId xmlns:a16="http://schemas.microsoft.com/office/drawing/2014/main" id="{EED77A09-15C2-4E47-948E-AACAFCA47D40}"/>
              </a:ext>
            </a:extLst>
          </p:cNvPr>
          <p:cNvSpPr>
            <a:spLocks noGrp="1"/>
          </p:cNvSpPr>
          <p:nvPr>
            <p:ph type="dt" sz="half" idx="2"/>
          </p:nvPr>
        </p:nvSpPr>
        <p:spPr>
          <a:xfrm>
            <a:off x="381000" y="6356350"/>
            <a:ext cx="2743200" cy="365125"/>
          </a:xfrm>
          <a:prstGeom prst="rect">
            <a:avLst/>
          </a:prstGeom>
        </p:spPr>
        <p:txBody>
          <a:bodyPr vert="horz" lIns="91440" tIns="45720" rIns="91440" bIns="45720" rtlCol="0" anchor="ctr">
            <a:noAutofit/>
          </a:bodyPr>
          <a:lstStyle>
            <a:lvl1pPr algn="l">
              <a:defRPr lang="fr-FR" sz="1200">
                <a:solidFill>
                  <a:schemeClr val="tx2"/>
                </a:solidFill>
                <a:latin typeface="+mn-lt"/>
              </a:defRPr>
            </a:lvl1pPr>
          </a:lstStyle>
          <a:p>
            <a:pPr rtl="0"/>
            <a:r>
              <a:rPr lang="fr-FR"/>
              <a:t>08/09/20XX</a:t>
            </a:r>
          </a:p>
        </p:txBody>
      </p:sp>
      <p:sp>
        <p:nvSpPr>
          <p:cNvPr id="5" name="Espace réservé du pied de page 4">
            <a:extLst>
              <a:ext uri="{FF2B5EF4-FFF2-40B4-BE49-F238E27FC236}">
                <a16:creationId xmlns:a16="http://schemas.microsoft.com/office/drawing/2014/main" id="{60567522-C3B6-46EB-A361-BEC2510B00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a:defRPr lang="fr-FR" sz="1200">
                <a:solidFill>
                  <a:schemeClr val="tx2"/>
                </a:solidFill>
                <a:latin typeface="+mn-lt"/>
              </a:defRPr>
            </a:lvl1pPr>
          </a:lstStyle>
          <a:p>
            <a:pPr rtl="0"/>
            <a:endParaRPr lang="fr-FR" dirty="0"/>
          </a:p>
        </p:txBody>
      </p:sp>
      <p:sp>
        <p:nvSpPr>
          <p:cNvPr id="6" name="Espace réservé du numéro de diapositive 5">
            <a:extLst>
              <a:ext uri="{FF2B5EF4-FFF2-40B4-BE49-F238E27FC236}">
                <a16:creationId xmlns:a16="http://schemas.microsoft.com/office/drawing/2014/main" id="{CDC57CF0-034F-450D-937C-718D5AF1A059}"/>
              </a:ext>
            </a:extLst>
          </p:cNvPr>
          <p:cNvSpPr>
            <a:spLocks noGrp="1"/>
          </p:cNvSpPr>
          <p:nvPr>
            <p:ph type="sldNum" sz="quarter" idx="4"/>
          </p:nvPr>
        </p:nvSpPr>
        <p:spPr>
          <a:xfrm>
            <a:off x="9067800" y="6356350"/>
            <a:ext cx="2743200" cy="365125"/>
          </a:xfrm>
          <a:prstGeom prst="rect">
            <a:avLst/>
          </a:prstGeom>
        </p:spPr>
        <p:txBody>
          <a:bodyPr vert="horz" lIns="91440" tIns="45720" rIns="91440" bIns="45720" rtlCol="0" anchor="ctr">
            <a:noAutofit/>
          </a:bodyPr>
          <a:lstStyle>
            <a:lvl1pPr algn="r">
              <a:defRPr lang="fr-FR" sz="1200">
                <a:solidFill>
                  <a:schemeClr val="tx2"/>
                </a:solidFill>
                <a:latin typeface="+mn-lt"/>
              </a:defRPr>
            </a:lvl1pPr>
          </a:lstStyle>
          <a:p>
            <a:pPr rtl="0"/>
            <a:fld id="{294A09A9-5501-47C1-A89A-A340965A2BE2}" type="slidenum">
              <a:rPr lang="fr-FR" smtClean="0"/>
              <a:pPr/>
              <a:t>‹N°›</a:t>
            </a:fld>
            <a:endParaRPr lang="fr-FR"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74" r:id="rId4"/>
    <p:sldLayoutId id="2147483671" r:id="rId5"/>
    <p:sldLayoutId id="2147483659" r:id="rId6"/>
    <p:sldLayoutId id="2147483668" r:id="rId7"/>
    <p:sldLayoutId id="2147483669" r:id="rId8"/>
    <p:sldLayoutId id="2147483675" r:id="rId9"/>
    <p:sldLayoutId id="2147483677" r:id="rId10"/>
    <p:sldLayoutId id="2147483676" r:id="rId11"/>
    <p:sldLayoutId id="2147483661" r:id="rId12"/>
    <p:sldLayoutId id="2147483666" r:id="rId13"/>
  </p:sldLayoutIdLst>
  <p:hf sldNum="0" hdr="0" ftr="0" dt="0"/>
  <p:txStyles>
    <p:titleStyle>
      <a:lvl1pPr algn="l" defTabSz="914400" rtl="0" eaLnBrk="1" latinLnBrk="0" hangingPunct="1">
        <a:lnSpc>
          <a:spcPct val="80000"/>
        </a:lnSpc>
        <a:spcBef>
          <a:spcPct val="0"/>
        </a:spcBef>
        <a:buNone/>
        <a:defRPr lang="fr-F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lang="fr-F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lang="fr-F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lang="fr-F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lang="fr-FR" sz="1800" kern="1200">
          <a:solidFill>
            <a:schemeClr val="tx1"/>
          </a:solidFill>
          <a:latin typeface="+mn-lt"/>
          <a:ea typeface="+mn-ea"/>
          <a:cs typeface="+mn-cs"/>
        </a:defRPr>
      </a:lvl9pPr>
    </p:bodyStyle>
    <p:otherStyle>
      <a:defPPr>
        <a:defRPr lang="fr-FR"/>
      </a:defPPr>
      <a:lvl1pPr marL="0" algn="l" defTabSz="914400" rtl="0" eaLnBrk="1" latinLnBrk="0" hangingPunct="1">
        <a:defRPr lang="fr-FR" sz="1800" kern="1200">
          <a:solidFill>
            <a:schemeClr val="tx1"/>
          </a:solidFill>
          <a:latin typeface="+mn-lt"/>
          <a:ea typeface="+mn-ea"/>
          <a:cs typeface="+mn-cs"/>
        </a:defRPr>
      </a:lvl1pPr>
      <a:lvl2pPr marL="457200" algn="l" defTabSz="914400" rtl="0" eaLnBrk="1" latinLnBrk="0" hangingPunct="1">
        <a:defRPr lang="fr-FR" sz="1800" kern="1200">
          <a:solidFill>
            <a:schemeClr val="tx1"/>
          </a:solidFill>
          <a:latin typeface="+mn-lt"/>
          <a:ea typeface="+mn-ea"/>
          <a:cs typeface="+mn-cs"/>
        </a:defRPr>
      </a:lvl2pPr>
      <a:lvl3pPr marL="914400" algn="l" defTabSz="914400" rtl="0" eaLnBrk="1" latinLnBrk="0" hangingPunct="1">
        <a:defRPr lang="fr-FR" sz="1800" kern="1200">
          <a:solidFill>
            <a:schemeClr val="tx1"/>
          </a:solidFill>
          <a:latin typeface="+mn-lt"/>
          <a:ea typeface="+mn-ea"/>
          <a:cs typeface="+mn-cs"/>
        </a:defRPr>
      </a:lvl3pPr>
      <a:lvl4pPr marL="1371600" algn="l" defTabSz="914400" rtl="0" eaLnBrk="1" latinLnBrk="0" hangingPunct="1">
        <a:defRPr lang="fr-FR" sz="1800" kern="1200">
          <a:solidFill>
            <a:schemeClr val="tx1"/>
          </a:solidFill>
          <a:latin typeface="+mn-lt"/>
          <a:ea typeface="+mn-ea"/>
          <a:cs typeface="+mn-cs"/>
        </a:defRPr>
      </a:lvl4pPr>
      <a:lvl5pPr marL="1828800" algn="l" defTabSz="914400" rtl="0" eaLnBrk="1" latinLnBrk="0" hangingPunct="1">
        <a:defRPr lang="fr-FR" sz="1800" kern="1200">
          <a:solidFill>
            <a:schemeClr val="tx1"/>
          </a:solidFill>
          <a:latin typeface="+mn-lt"/>
          <a:ea typeface="+mn-ea"/>
          <a:cs typeface="+mn-cs"/>
        </a:defRPr>
      </a:lvl5pPr>
      <a:lvl6pPr marL="2286000" algn="l" defTabSz="914400" rtl="0" eaLnBrk="1" latinLnBrk="0" hangingPunct="1">
        <a:defRPr lang="fr-FR" sz="1800" kern="1200">
          <a:solidFill>
            <a:schemeClr val="tx1"/>
          </a:solidFill>
          <a:latin typeface="+mn-lt"/>
          <a:ea typeface="+mn-ea"/>
          <a:cs typeface="+mn-cs"/>
        </a:defRPr>
      </a:lvl6pPr>
      <a:lvl7pPr marL="2743200" algn="l" defTabSz="914400" rtl="0" eaLnBrk="1" latinLnBrk="0" hangingPunct="1">
        <a:defRPr lang="fr-FR" sz="1800" kern="1200">
          <a:solidFill>
            <a:schemeClr val="tx1"/>
          </a:solidFill>
          <a:latin typeface="+mn-lt"/>
          <a:ea typeface="+mn-ea"/>
          <a:cs typeface="+mn-cs"/>
        </a:defRPr>
      </a:lvl7pPr>
      <a:lvl8pPr marL="3200400" algn="l" defTabSz="914400" rtl="0" eaLnBrk="1" latinLnBrk="0" hangingPunct="1">
        <a:defRPr lang="fr-FR" sz="1800" kern="1200">
          <a:solidFill>
            <a:schemeClr val="tx1"/>
          </a:solidFill>
          <a:latin typeface="+mn-lt"/>
          <a:ea typeface="+mn-ea"/>
          <a:cs typeface="+mn-cs"/>
        </a:defRPr>
      </a:lvl8pPr>
      <a:lvl9pPr marL="3657600" algn="l" defTabSz="914400" rtl="0" eaLnBrk="1" latinLnBrk="0" hangingPunct="1">
        <a:defRPr lang="fr-F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hyperlink" Target="https://assmalick685.github.io/NGUIRANE-ELHADJI-AfriTalent/"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DF3D98-3C30-4CFC-8643-C81E829C8C25}"/>
              </a:ext>
            </a:extLst>
          </p:cNvPr>
          <p:cNvSpPr>
            <a:spLocks noGrp="1"/>
          </p:cNvSpPr>
          <p:nvPr>
            <p:ph type="ctrTitle"/>
          </p:nvPr>
        </p:nvSpPr>
        <p:spPr>
          <a:xfrm>
            <a:off x="2752628" y="0"/>
            <a:ext cx="3516198" cy="904973"/>
          </a:xfrm>
        </p:spPr>
        <p:txBody>
          <a:bodyPr rtlCol="0"/>
          <a:lstStyle>
            <a:defPPr>
              <a:defRPr lang="fr-FR"/>
            </a:defPPr>
          </a:lstStyle>
          <a:p>
            <a:pPr algn="just" rtl="0"/>
            <a:r>
              <a:rPr lang="fr-FR" sz="4000" dirty="0">
                <a:solidFill>
                  <a:schemeClr val="accent1"/>
                </a:solidFill>
                <a:latin typeface="Algerian" panose="04020705040A02060702" pitchFamily="82" charset="0"/>
              </a:rPr>
              <a:t>AfriTalent</a:t>
            </a:r>
          </a:p>
        </p:txBody>
      </p:sp>
      <p:sp>
        <p:nvSpPr>
          <p:cNvPr id="3" name="ZoneTexte 2">
            <a:extLst>
              <a:ext uri="{FF2B5EF4-FFF2-40B4-BE49-F238E27FC236}">
                <a16:creationId xmlns:a16="http://schemas.microsoft.com/office/drawing/2014/main" id="{2F74B56A-CF51-EC54-695E-ADD6D8C25020}"/>
              </a:ext>
            </a:extLst>
          </p:cNvPr>
          <p:cNvSpPr txBox="1"/>
          <p:nvPr/>
        </p:nvSpPr>
        <p:spPr>
          <a:xfrm>
            <a:off x="904973" y="1082073"/>
            <a:ext cx="7456734" cy="1077218"/>
          </a:xfrm>
          <a:prstGeom prst="rect">
            <a:avLst/>
          </a:prstGeom>
          <a:noFill/>
        </p:spPr>
        <p:txBody>
          <a:bodyPr wrap="square" rtlCol="0">
            <a:spAutoFit/>
          </a:bodyPr>
          <a:lstStyle/>
          <a:p>
            <a:r>
              <a:rPr lang="fr-FR" sz="3200" b="1" dirty="0">
                <a:solidFill>
                  <a:schemeClr val="tx2"/>
                </a:solidFill>
                <a:latin typeface="Times New Roman" panose="02020603050405020304" pitchFamily="18" charset="0"/>
                <a:cs typeface="Times New Roman" panose="02020603050405020304" pitchFamily="18" charset="0"/>
              </a:rPr>
              <a:t>Plateforme de mise en relation entre Freelances et Entreprises</a:t>
            </a:r>
            <a:endParaRPr lang="fr-SN" sz="3200" b="1" dirty="0">
              <a:solidFill>
                <a:schemeClr val="tx2"/>
              </a:solidFill>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D4521A1B-8C1A-28B6-7FBF-75B344AC97DE}"/>
              </a:ext>
            </a:extLst>
          </p:cNvPr>
          <p:cNvSpPr txBox="1"/>
          <p:nvPr/>
        </p:nvSpPr>
        <p:spPr>
          <a:xfrm>
            <a:off x="0" y="2459504"/>
            <a:ext cx="7563674" cy="1569660"/>
          </a:xfrm>
          <a:prstGeom prst="rect">
            <a:avLst/>
          </a:prstGeom>
          <a:noFill/>
        </p:spPr>
        <p:txBody>
          <a:bodyPr wrap="none" rtlCol="0">
            <a:spAutoFit/>
          </a:bodyPr>
          <a:lstStyle/>
          <a:p>
            <a:pPr marL="571500" indent="-571500">
              <a:buFont typeface="Wingdings" panose="05000000000000000000" pitchFamily="2" charset="2"/>
              <a:buChar char="v"/>
            </a:pPr>
            <a:r>
              <a:rPr lang="fr-FR" sz="3200" b="1" dirty="0">
                <a:solidFill>
                  <a:schemeClr val="tx2"/>
                </a:solidFill>
                <a:latin typeface="Times New Roman" panose="02020603050405020304" pitchFamily="18" charset="0"/>
                <a:cs typeface="Times New Roman" panose="02020603050405020304" pitchFamily="18" charset="0"/>
              </a:rPr>
              <a:t>Présenté par : EL HADJI NGUIRANE</a:t>
            </a:r>
          </a:p>
          <a:p>
            <a:pPr marL="571500" indent="-571500">
              <a:buFont typeface="Wingdings" panose="05000000000000000000" pitchFamily="2" charset="2"/>
              <a:buChar char="v"/>
            </a:pPr>
            <a:r>
              <a:rPr lang="fr-FR" sz="3200" b="1" dirty="0">
                <a:solidFill>
                  <a:schemeClr val="tx2"/>
                </a:solidFill>
                <a:latin typeface="Times New Roman" panose="02020603050405020304" pitchFamily="18" charset="0"/>
                <a:cs typeface="Times New Roman" panose="02020603050405020304" pitchFamily="18" charset="0"/>
              </a:rPr>
              <a:t>Classe : L1 IAGE</a:t>
            </a:r>
          </a:p>
          <a:p>
            <a:pPr marL="571500" indent="-571500">
              <a:buFont typeface="Wingdings" panose="05000000000000000000" pitchFamily="2" charset="2"/>
              <a:buChar char="v"/>
            </a:pPr>
            <a:r>
              <a:rPr lang="fr-FR" sz="3200" b="1" dirty="0">
                <a:solidFill>
                  <a:schemeClr val="tx2"/>
                </a:solidFill>
                <a:latin typeface="Times New Roman" panose="02020603050405020304" pitchFamily="18" charset="0"/>
                <a:cs typeface="Times New Roman" panose="02020603050405020304" pitchFamily="18" charset="0"/>
              </a:rPr>
              <a:t>Date : 17 Juin 2026</a:t>
            </a:r>
            <a:endParaRPr lang="fr-SN" sz="3200" b="1"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59308896"/>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2DF434-28DB-4621-A497-D62C41CE0419}"/>
              </a:ext>
            </a:extLst>
          </p:cNvPr>
          <p:cNvSpPr>
            <a:spLocks noGrp="1"/>
          </p:cNvSpPr>
          <p:nvPr>
            <p:ph type="title"/>
          </p:nvPr>
        </p:nvSpPr>
        <p:spPr>
          <a:xfrm>
            <a:off x="3704734" y="102022"/>
            <a:ext cx="7233313" cy="1104610"/>
          </a:xfrm>
        </p:spPr>
        <p:txBody>
          <a:bodyPr rtlCol="0"/>
          <a:lstStyle>
            <a:defPPr>
              <a:defRPr lang="fr-FR"/>
            </a:defPPr>
          </a:lstStyle>
          <a:p>
            <a:pPr rtl="0"/>
            <a:r>
              <a:rPr lang="fr-FR" dirty="0">
                <a:solidFill>
                  <a:schemeClr val="accent1"/>
                </a:solidFill>
                <a:latin typeface="Algerian" panose="04020705040A02060702" pitchFamily="82" charset="0"/>
              </a:rPr>
              <a:t>SOMMAIRE</a:t>
            </a:r>
          </a:p>
        </p:txBody>
      </p:sp>
      <p:sp>
        <p:nvSpPr>
          <p:cNvPr id="3" name="Espace réservé du contenu 2">
            <a:extLst>
              <a:ext uri="{FF2B5EF4-FFF2-40B4-BE49-F238E27FC236}">
                <a16:creationId xmlns:a16="http://schemas.microsoft.com/office/drawing/2014/main" id="{22788C46-D0BC-4307-AE55-7601A139E7CB}"/>
              </a:ext>
            </a:extLst>
          </p:cNvPr>
          <p:cNvSpPr>
            <a:spLocks noGrp="1"/>
          </p:cNvSpPr>
          <p:nvPr>
            <p:ph idx="1"/>
          </p:nvPr>
        </p:nvSpPr>
        <p:spPr>
          <a:xfrm>
            <a:off x="0" y="1376313"/>
            <a:ext cx="10938047" cy="5379666"/>
          </a:xfrm>
        </p:spPr>
        <p:txBody>
          <a:bodyPr vert="horz" lIns="91440" tIns="45720" rIns="91440" bIns="45720" rtlCol="0" anchor="t">
            <a:normAutofit/>
          </a:bodyPr>
          <a:lstStyle>
            <a:defPPr>
              <a:defRPr lang="fr-FR"/>
            </a:defPPr>
          </a:lstStyle>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Présentation du projet</a:t>
            </a:r>
          </a:p>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Choix de design</a:t>
            </a:r>
          </a:p>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Architecture du site</a:t>
            </a:r>
          </a:p>
          <a:p>
            <a:pPr marL="457200" indent="-457200" rtl="0">
              <a:lnSpc>
                <a:spcPct val="100000"/>
              </a:lnSpc>
              <a:buFont typeface="Wingdings" panose="05000000000000000000" pitchFamily="2" charset="2"/>
              <a:buChar char="q"/>
            </a:pPr>
            <a:r>
              <a:rPr lang="fr-FR" sz="3200" dirty="0">
                <a:solidFill>
                  <a:schemeClr val="tx2"/>
                </a:solidFill>
                <a:latin typeface="Times New Roman" panose="02020603050405020304" pitchFamily="18" charset="0"/>
                <a:cs typeface="Times New Roman" panose="02020603050405020304" pitchFamily="18" charset="0"/>
              </a:rPr>
              <a:t>Aspects</a:t>
            </a:r>
            <a:r>
              <a:rPr lang="fr-FR" dirty="0">
                <a:solidFill>
                  <a:schemeClr val="tx2"/>
                </a:solidFill>
                <a:latin typeface="Times New Roman" panose="02020603050405020304" pitchFamily="18" charset="0"/>
                <a:cs typeface="Times New Roman" panose="02020603050405020304" pitchFamily="18" charset="0"/>
              </a:rPr>
              <a:t> Techniques</a:t>
            </a:r>
          </a:p>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GitHub et Gestion des versions</a:t>
            </a:r>
          </a:p>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Difficultés rencontrées</a:t>
            </a:r>
          </a:p>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Ressources utilisées</a:t>
            </a:r>
          </a:p>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Démonstration</a:t>
            </a:r>
          </a:p>
          <a:p>
            <a:pPr marL="457200" indent="-457200" rtl="0">
              <a:buFont typeface="Wingdings" panose="05000000000000000000" pitchFamily="2" charset="2"/>
              <a:buChar char="q"/>
            </a:pPr>
            <a:r>
              <a:rPr lang="fr-FR" dirty="0">
                <a:solidFill>
                  <a:schemeClr val="tx2"/>
                </a:solidFill>
                <a:latin typeface="Times New Roman" panose="02020603050405020304" pitchFamily="18" charset="0"/>
                <a:cs typeface="Times New Roman" panose="02020603050405020304" pitchFamily="18" charset="0"/>
              </a:rPr>
              <a:t>Conclusion </a:t>
            </a:r>
          </a:p>
          <a:p>
            <a:pPr rtl="0"/>
            <a:endParaRPr lang="fr-FR" dirty="0">
              <a:solidFill>
                <a:schemeClr val="tx2"/>
              </a:solidFill>
            </a:endParaRPr>
          </a:p>
          <a:p>
            <a:pPr rtl="0"/>
            <a:endParaRPr lang="fr-FR" dirty="0">
              <a:solidFill>
                <a:schemeClr val="tx2"/>
              </a:solidFill>
            </a:endParaRPr>
          </a:p>
          <a:p>
            <a:pPr rtl="0"/>
            <a:endParaRPr lang="fr-FR" dirty="0">
              <a:solidFill>
                <a:schemeClr val="tx2"/>
              </a:solidFill>
            </a:endParaRPr>
          </a:p>
          <a:p>
            <a:pPr rtl="0"/>
            <a:endParaRPr lang="fr-FR" dirty="0">
              <a:solidFill>
                <a:schemeClr val="tx2"/>
              </a:solidFill>
            </a:endParaRPr>
          </a:p>
        </p:txBody>
      </p:sp>
    </p:spTree>
    <p:extLst>
      <p:ext uri="{BB962C8B-B14F-4D97-AF65-F5344CB8AC3E}">
        <p14:creationId xmlns:p14="http://schemas.microsoft.com/office/powerpoint/2010/main" val="132560859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148DD4-4828-CE87-0C5C-42BE175E8DA5}"/>
              </a:ext>
            </a:extLst>
          </p:cNvPr>
          <p:cNvSpPr>
            <a:spLocks noGrp="1"/>
          </p:cNvSpPr>
          <p:nvPr>
            <p:ph type="title"/>
          </p:nvPr>
        </p:nvSpPr>
        <p:spPr>
          <a:xfrm>
            <a:off x="575247" y="1457467"/>
            <a:ext cx="11877561" cy="965221"/>
          </a:xfrm>
        </p:spPr>
        <p:txBody>
          <a:bodyPr rtlCol="0"/>
          <a:lstStyle>
            <a:defPPr>
              <a:defRPr lang="fr-FR"/>
            </a:defPPr>
          </a:lstStyle>
          <a:p>
            <a:pPr rtl="0"/>
            <a:r>
              <a:rPr lang="fr-FR" sz="2800" b="0" dirty="0">
                <a:solidFill>
                  <a:schemeClr val="tx2"/>
                </a:solidFill>
                <a:latin typeface="Times New Roman" panose="02020603050405020304" pitchFamily="18" charset="0"/>
                <a:cs typeface="Times New Roman" panose="02020603050405020304" pitchFamily="18" charset="0"/>
              </a:rPr>
              <a:t>	Le travail indépendant se développe rapidement et de nombreuses entreprises recherches des compétences numériques.</a:t>
            </a:r>
          </a:p>
        </p:txBody>
      </p:sp>
      <p:sp>
        <p:nvSpPr>
          <p:cNvPr id="3" name="ZoneTexte 2">
            <a:extLst>
              <a:ext uri="{FF2B5EF4-FFF2-40B4-BE49-F238E27FC236}">
                <a16:creationId xmlns:a16="http://schemas.microsoft.com/office/drawing/2014/main" id="{1CC0661F-3724-0252-496A-76DF05317C36}"/>
              </a:ext>
            </a:extLst>
          </p:cNvPr>
          <p:cNvSpPr txBox="1"/>
          <p:nvPr/>
        </p:nvSpPr>
        <p:spPr>
          <a:xfrm>
            <a:off x="3469064" y="0"/>
            <a:ext cx="6608190" cy="707886"/>
          </a:xfrm>
          <a:prstGeom prst="rect">
            <a:avLst/>
          </a:prstGeom>
          <a:noFill/>
        </p:spPr>
        <p:txBody>
          <a:bodyPr wrap="square" rtlCol="0">
            <a:spAutoFit/>
          </a:bodyPr>
          <a:lstStyle/>
          <a:p>
            <a:r>
              <a:rPr lang="fr-FR" sz="4000" b="1" dirty="0">
                <a:solidFill>
                  <a:schemeClr val="accent1"/>
                </a:solidFill>
                <a:latin typeface="Algerian" panose="04020705040A02060702" pitchFamily="82" charset="0"/>
              </a:rPr>
              <a:t>Présentation du projet</a:t>
            </a:r>
            <a:endParaRPr lang="fr-SN" sz="4000" b="1" dirty="0">
              <a:solidFill>
                <a:schemeClr val="accent1"/>
              </a:solidFill>
              <a:latin typeface="Algerian" panose="04020705040A02060702" pitchFamily="82" charset="0"/>
            </a:endParaRPr>
          </a:p>
        </p:txBody>
      </p:sp>
      <p:sp>
        <p:nvSpPr>
          <p:cNvPr id="4" name="ZoneTexte 3">
            <a:extLst>
              <a:ext uri="{FF2B5EF4-FFF2-40B4-BE49-F238E27FC236}">
                <a16:creationId xmlns:a16="http://schemas.microsoft.com/office/drawing/2014/main" id="{E17D1CB4-916C-06DA-52D4-1C6B44EAE7D8}"/>
              </a:ext>
            </a:extLst>
          </p:cNvPr>
          <p:cNvSpPr txBox="1"/>
          <p:nvPr/>
        </p:nvSpPr>
        <p:spPr>
          <a:xfrm>
            <a:off x="5430051" y="932628"/>
            <a:ext cx="7173585" cy="584775"/>
          </a:xfrm>
          <a:prstGeom prst="rect">
            <a:avLst/>
          </a:prstGeom>
          <a:noFill/>
        </p:spPr>
        <p:txBody>
          <a:bodyPr wrap="square" rtlCol="0">
            <a:spAutoFit/>
          </a:bodyPr>
          <a:lstStyle/>
          <a:p>
            <a:r>
              <a:rPr lang="fr-FR" sz="3200" b="1" dirty="0">
                <a:solidFill>
                  <a:schemeClr val="accent1"/>
                </a:solidFill>
                <a:latin typeface="Times New Roman" panose="02020603050405020304" pitchFamily="18" charset="0"/>
                <a:cs typeface="Times New Roman" panose="02020603050405020304" pitchFamily="18" charset="0"/>
              </a:rPr>
              <a:t>Contexte</a:t>
            </a:r>
            <a:endParaRPr lang="fr-SN" sz="2400" b="1" dirty="0">
              <a:solidFill>
                <a:schemeClr val="accent1"/>
              </a:solidFill>
              <a:latin typeface="Times New Roman" panose="02020603050405020304" pitchFamily="18" charset="0"/>
              <a:cs typeface="Times New Roman" panose="02020603050405020304" pitchFamily="18" charset="0"/>
            </a:endParaRPr>
          </a:p>
        </p:txBody>
      </p:sp>
      <p:sp>
        <p:nvSpPr>
          <p:cNvPr id="6" name="ZoneTexte 5">
            <a:extLst>
              <a:ext uri="{FF2B5EF4-FFF2-40B4-BE49-F238E27FC236}">
                <a16:creationId xmlns:a16="http://schemas.microsoft.com/office/drawing/2014/main" id="{6EB38CC3-7CF4-B7B0-2569-C35C5E63A94F}"/>
              </a:ext>
            </a:extLst>
          </p:cNvPr>
          <p:cNvSpPr txBox="1"/>
          <p:nvPr/>
        </p:nvSpPr>
        <p:spPr>
          <a:xfrm>
            <a:off x="5430051" y="2441224"/>
            <a:ext cx="8333082" cy="584775"/>
          </a:xfrm>
          <a:prstGeom prst="rect">
            <a:avLst/>
          </a:prstGeom>
          <a:noFill/>
        </p:spPr>
        <p:txBody>
          <a:bodyPr wrap="square" rtlCol="0">
            <a:spAutoFit/>
          </a:bodyPr>
          <a:lstStyle/>
          <a:p>
            <a:r>
              <a:rPr lang="fr-FR" sz="3200" b="1" dirty="0">
                <a:solidFill>
                  <a:schemeClr val="accent1"/>
                </a:solidFill>
                <a:latin typeface="Times New Roman" panose="02020603050405020304" pitchFamily="18" charset="0"/>
                <a:cs typeface="Times New Roman" panose="02020603050405020304" pitchFamily="18" charset="0"/>
              </a:rPr>
              <a:t>Objectif</a:t>
            </a:r>
            <a:endParaRPr lang="fr-SN" b="1" dirty="0">
              <a:solidFill>
                <a:schemeClr val="accent1"/>
              </a:solidFill>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6CAB622A-F70B-537D-F1E0-37B5E042C048}"/>
              </a:ext>
            </a:extLst>
          </p:cNvPr>
          <p:cNvSpPr txBox="1"/>
          <p:nvPr/>
        </p:nvSpPr>
        <p:spPr>
          <a:xfrm>
            <a:off x="575247" y="3044535"/>
            <a:ext cx="11547623" cy="2185214"/>
          </a:xfrm>
          <a:prstGeom prst="rect">
            <a:avLst/>
          </a:prstGeom>
          <a:noFill/>
        </p:spPr>
        <p:txBody>
          <a:bodyPr wrap="square" rtlCol="0">
            <a:spAutoFit/>
          </a:bodyPr>
          <a:lstStyle/>
          <a:p>
            <a:r>
              <a:rPr lang="fr-FR" sz="2800" dirty="0">
                <a:solidFill>
                  <a:schemeClr val="tx2"/>
                </a:solidFill>
                <a:latin typeface="Times New Roman" panose="02020603050405020304" pitchFamily="18" charset="0"/>
                <a:cs typeface="Times New Roman" panose="02020603050405020304" pitchFamily="18" charset="0"/>
              </a:rPr>
              <a:t>	Créer une plateforme permettant aux freelances africains de présenter leurs services et aux entreprises de trouver facilement des profils qualifiés</a:t>
            </a:r>
            <a:r>
              <a:rPr lang="fr-FR" sz="2800" dirty="0">
                <a:solidFill>
                  <a:schemeClr val="tx2"/>
                </a:solidFill>
              </a:rPr>
              <a:t>.</a:t>
            </a:r>
          </a:p>
          <a:p>
            <a:endParaRPr lang="fr-FR" sz="2800" dirty="0">
              <a:solidFill>
                <a:schemeClr val="tx2"/>
              </a:solidFill>
              <a:latin typeface="Times New Roman" panose="02020603050405020304" pitchFamily="18" charset="0"/>
              <a:cs typeface="Times New Roman" panose="02020603050405020304" pitchFamily="18" charset="0"/>
            </a:endParaRPr>
          </a:p>
          <a:p>
            <a:r>
              <a:rPr lang="fr-FR" sz="2800" dirty="0">
                <a:solidFill>
                  <a:schemeClr val="tx2"/>
                </a:solidFill>
                <a:latin typeface="Times New Roman" panose="02020603050405020304" pitchFamily="18" charset="0"/>
                <a:cs typeface="Times New Roman" panose="02020603050405020304" pitchFamily="18" charset="0"/>
              </a:rPr>
              <a:t> </a:t>
            </a:r>
          </a:p>
          <a:p>
            <a:endParaRPr lang="fr-FR" sz="2400" dirty="0">
              <a:solidFill>
                <a:schemeClr val="tx2"/>
              </a:solidFill>
            </a:endParaRPr>
          </a:p>
        </p:txBody>
      </p:sp>
      <p:sp>
        <p:nvSpPr>
          <p:cNvPr id="11" name="ZoneTexte 10">
            <a:extLst>
              <a:ext uri="{FF2B5EF4-FFF2-40B4-BE49-F238E27FC236}">
                <a16:creationId xmlns:a16="http://schemas.microsoft.com/office/drawing/2014/main" id="{5CEDE076-CCD5-FFC2-AA39-617F8B719CB9}"/>
              </a:ext>
            </a:extLst>
          </p:cNvPr>
          <p:cNvSpPr txBox="1"/>
          <p:nvPr/>
        </p:nvSpPr>
        <p:spPr>
          <a:xfrm>
            <a:off x="5430051" y="3955113"/>
            <a:ext cx="3025791" cy="584775"/>
          </a:xfrm>
          <a:prstGeom prst="rect">
            <a:avLst/>
          </a:prstGeom>
          <a:noFill/>
        </p:spPr>
        <p:txBody>
          <a:bodyPr wrap="square" rtlCol="0">
            <a:spAutoFit/>
          </a:bodyPr>
          <a:lstStyle/>
          <a:p>
            <a:r>
              <a:rPr lang="fr-FR" sz="3200" b="1" dirty="0">
                <a:solidFill>
                  <a:schemeClr val="accent1"/>
                </a:solidFill>
                <a:latin typeface="Times New Roman" panose="02020603050405020304" pitchFamily="18" charset="0"/>
                <a:cs typeface="Times New Roman" panose="02020603050405020304" pitchFamily="18" charset="0"/>
              </a:rPr>
              <a:t>Public</a:t>
            </a:r>
            <a:r>
              <a:rPr lang="fr-FR" sz="3200" b="1" dirty="0">
                <a:solidFill>
                  <a:schemeClr val="accent1"/>
                </a:solidFill>
              </a:rPr>
              <a:t> </a:t>
            </a:r>
            <a:r>
              <a:rPr lang="fr-FR" sz="3200" b="1" dirty="0">
                <a:solidFill>
                  <a:schemeClr val="accent1"/>
                </a:solidFill>
                <a:latin typeface="Times New Roman" panose="02020603050405020304" pitchFamily="18" charset="0"/>
                <a:cs typeface="Times New Roman" panose="02020603050405020304" pitchFamily="18" charset="0"/>
              </a:rPr>
              <a:t>Cible</a:t>
            </a:r>
            <a:endParaRPr lang="fr-SN" sz="3200" b="1" dirty="0">
              <a:solidFill>
                <a:schemeClr val="accent1"/>
              </a:solidFill>
              <a:latin typeface="Times New Roman" panose="02020603050405020304" pitchFamily="18" charset="0"/>
              <a:cs typeface="Times New Roman" panose="02020603050405020304" pitchFamily="18" charset="0"/>
            </a:endParaRPr>
          </a:p>
        </p:txBody>
      </p:sp>
      <p:sp>
        <p:nvSpPr>
          <p:cNvPr id="12" name="ZoneTexte 11">
            <a:extLst>
              <a:ext uri="{FF2B5EF4-FFF2-40B4-BE49-F238E27FC236}">
                <a16:creationId xmlns:a16="http://schemas.microsoft.com/office/drawing/2014/main" id="{97777E5D-4B05-57DB-A8C6-7A3C94A5CB13}"/>
              </a:ext>
            </a:extLst>
          </p:cNvPr>
          <p:cNvSpPr txBox="1"/>
          <p:nvPr/>
        </p:nvSpPr>
        <p:spPr>
          <a:xfrm>
            <a:off x="4656842" y="4539888"/>
            <a:ext cx="5835192" cy="1815882"/>
          </a:xfrm>
          <a:prstGeom prst="rect">
            <a:avLst/>
          </a:prstGeom>
          <a:noFill/>
        </p:spPr>
        <p:txBody>
          <a:bodyPr wrap="square" rtlCol="0">
            <a:spAutoFit/>
          </a:bodyPr>
          <a:lstStyle/>
          <a:p>
            <a:pPr marL="285750" indent="-285750">
              <a:buFont typeface="Wingdings" panose="05000000000000000000" pitchFamily="2" charset="2"/>
              <a:buChar char="q"/>
            </a:pPr>
            <a:r>
              <a:rPr lang="fr-FR" sz="2800" dirty="0">
                <a:solidFill>
                  <a:schemeClr val="tx2"/>
                </a:solidFill>
                <a:latin typeface="Times New Roman" panose="02020603050405020304" pitchFamily="18" charset="0"/>
                <a:cs typeface="Times New Roman" panose="02020603050405020304" pitchFamily="18" charset="0"/>
              </a:rPr>
              <a:t>Freelances</a:t>
            </a:r>
          </a:p>
          <a:p>
            <a:pPr marL="285750" indent="-285750">
              <a:buFont typeface="Wingdings" panose="05000000000000000000" pitchFamily="2" charset="2"/>
              <a:buChar char="q"/>
            </a:pPr>
            <a:r>
              <a:rPr lang="fr-FR" sz="2800" dirty="0">
                <a:solidFill>
                  <a:schemeClr val="tx2"/>
                </a:solidFill>
                <a:latin typeface="Times New Roman" panose="02020603050405020304" pitchFamily="18" charset="0"/>
                <a:cs typeface="Times New Roman" panose="02020603050405020304" pitchFamily="18" charset="0"/>
              </a:rPr>
              <a:t>Start-ups</a:t>
            </a:r>
          </a:p>
          <a:p>
            <a:pPr marL="285750" indent="-285750">
              <a:buFont typeface="Wingdings" panose="05000000000000000000" pitchFamily="2" charset="2"/>
              <a:buChar char="q"/>
            </a:pPr>
            <a:r>
              <a:rPr lang="fr-FR" sz="2800" dirty="0">
                <a:solidFill>
                  <a:schemeClr val="tx2"/>
                </a:solidFill>
                <a:latin typeface="Times New Roman" panose="02020603050405020304" pitchFamily="18" charset="0"/>
                <a:cs typeface="Times New Roman" panose="02020603050405020304" pitchFamily="18" charset="0"/>
              </a:rPr>
              <a:t>PME</a:t>
            </a:r>
          </a:p>
          <a:p>
            <a:pPr marL="285750" indent="-285750">
              <a:buFont typeface="Wingdings" panose="05000000000000000000" pitchFamily="2" charset="2"/>
              <a:buChar char="q"/>
            </a:pPr>
            <a:r>
              <a:rPr lang="fr-FR" sz="2800" dirty="0">
                <a:solidFill>
                  <a:schemeClr val="tx2"/>
                </a:solidFill>
                <a:latin typeface="Times New Roman" panose="02020603050405020304" pitchFamily="18" charset="0"/>
                <a:cs typeface="Times New Roman" panose="02020603050405020304" pitchFamily="18" charset="0"/>
              </a:rPr>
              <a:t>Entreprises</a:t>
            </a:r>
            <a:endParaRPr lang="fr-SN" sz="280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267716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1000"/>
                                        <p:tgtEl>
                                          <p:spTgt spid="12"/>
                                        </p:tgtEl>
                                      </p:cBhvr>
                                    </p:animEffect>
                                    <p:anim calcmode="lin" valueType="num">
                                      <p:cBhvr>
                                        <p:cTn id="22" dur="1000" fill="hold"/>
                                        <p:tgtEl>
                                          <p:spTgt spid="12"/>
                                        </p:tgtEl>
                                        <p:attrNameLst>
                                          <p:attrName>ppt_x</p:attrName>
                                        </p:attrNameLst>
                                      </p:cBhvr>
                                      <p:tavLst>
                                        <p:tav tm="0">
                                          <p:val>
                                            <p:strVal val="#ppt_x"/>
                                          </p:val>
                                        </p:tav>
                                        <p:tav tm="100000">
                                          <p:val>
                                            <p:strVal val="#ppt_x"/>
                                          </p:val>
                                        </p:tav>
                                      </p:tavLst>
                                    </p:anim>
                                    <p:anim calcmode="lin" valueType="num">
                                      <p:cBhvr>
                                        <p:cTn id="2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7"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3CEE190-899A-46D2-989D-C4BC6A46F946}"/>
              </a:ext>
            </a:extLst>
          </p:cNvPr>
          <p:cNvSpPr>
            <a:spLocks noGrp="1"/>
          </p:cNvSpPr>
          <p:nvPr>
            <p:ph type="title"/>
          </p:nvPr>
        </p:nvSpPr>
        <p:spPr>
          <a:xfrm>
            <a:off x="3044858" y="311085"/>
            <a:ext cx="8019382" cy="556181"/>
          </a:xfrm>
        </p:spPr>
        <p:txBody>
          <a:bodyPr rtlCol="0"/>
          <a:lstStyle>
            <a:defPPr>
              <a:defRPr lang="fr-FR"/>
            </a:defPPr>
          </a:lstStyle>
          <a:p>
            <a:pPr rtl="0"/>
            <a:r>
              <a:rPr lang="fr-FR" sz="4400" dirty="0">
                <a:solidFill>
                  <a:schemeClr val="accent1"/>
                </a:solidFill>
                <a:latin typeface="Algerian" panose="04020705040A02060702" pitchFamily="82" charset="0"/>
              </a:rPr>
              <a:t>Choix de design</a:t>
            </a:r>
          </a:p>
        </p:txBody>
      </p:sp>
      <p:sp>
        <p:nvSpPr>
          <p:cNvPr id="3" name="Sous-titre 2">
            <a:extLst>
              <a:ext uri="{FF2B5EF4-FFF2-40B4-BE49-F238E27FC236}">
                <a16:creationId xmlns:a16="http://schemas.microsoft.com/office/drawing/2014/main" id="{26BC9DE8-A5CC-4BE1-0DE5-CB15D01A7919}"/>
              </a:ext>
            </a:extLst>
          </p:cNvPr>
          <p:cNvSpPr>
            <a:spLocks noGrp="1"/>
          </p:cNvSpPr>
          <p:nvPr>
            <p:ph type="subTitle" idx="1"/>
          </p:nvPr>
        </p:nvSpPr>
        <p:spPr>
          <a:xfrm>
            <a:off x="1819374" y="1357460"/>
            <a:ext cx="9030878" cy="4496585"/>
          </a:xfrm>
        </p:spPr>
        <p:txBody>
          <a:bodyPr rtlCol="0"/>
          <a:lstStyle>
            <a:defPPr>
              <a:defRPr lang="fr-FR"/>
            </a:defPPr>
          </a:lstStyle>
          <a:p>
            <a:pPr rtl="0"/>
            <a:r>
              <a:rPr lang="fr-FR" sz="4000" u="sng"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Palette de Couleurs :</a:t>
            </a:r>
          </a:p>
          <a:p>
            <a:pPr marL="571500" indent="-571500" rtl="0">
              <a:lnSpc>
                <a:spcPct val="150000"/>
              </a:lnSpc>
              <a:buFont typeface="Wingdings" panose="05000000000000000000" pitchFamily="2" charset="2"/>
              <a:buChar char="Ø"/>
            </a:pPr>
            <a:r>
              <a:rPr lang="fr-FR" sz="3600" dirty="0">
                <a:solidFill>
                  <a:schemeClr val="tx2"/>
                </a:solidFill>
                <a:latin typeface="Times New Roman" panose="02020603050405020304" pitchFamily="18" charset="0"/>
                <a:cs typeface="Times New Roman" panose="02020603050405020304" pitchFamily="18" charset="0"/>
              </a:rPr>
              <a:t>Bleu : #0D6EFD</a:t>
            </a:r>
          </a:p>
          <a:p>
            <a:pPr marL="571500" indent="-571500" rtl="0">
              <a:lnSpc>
                <a:spcPct val="150000"/>
              </a:lnSpc>
              <a:buFont typeface="Wingdings" panose="05000000000000000000" pitchFamily="2" charset="2"/>
              <a:buChar char="Ø"/>
            </a:pPr>
            <a:r>
              <a:rPr lang="fr-FR" sz="3600" dirty="0">
                <a:solidFill>
                  <a:schemeClr val="tx2"/>
                </a:solidFill>
                <a:latin typeface="Times New Roman" panose="02020603050405020304" pitchFamily="18" charset="0"/>
                <a:cs typeface="Times New Roman" panose="02020603050405020304" pitchFamily="18" charset="0"/>
              </a:rPr>
              <a:t>Blanc : #FFFFFF</a:t>
            </a:r>
          </a:p>
          <a:p>
            <a:pPr marL="571500" indent="-571500" rtl="0">
              <a:lnSpc>
                <a:spcPct val="150000"/>
              </a:lnSpc>
              <a:buFont typeface="Wingdings" panose="05000000000000000000" pitchFamily="2" charset="2"/>
              <a:buChar char="Ø"/>
            </a:pPr>
            <a:r>
              <a:rPr lang="fr-FR" sz="3600" dirty="0">
                <a:solidFill>
                  <a:schemeClr val="tx2"/>
                </a:solidFill>
                <a:latin typeface="Times New Roman" panose="02020603050405020304" pitchFamily="18" charset="0"/>
                <a:cs typeface="Times New Roman" panose="02020603050405020304" pitchFamily="18" charset="0"/>
              </a:rPr>
              <a:t>Gris foncé : #212529</a:t>
            </a:r>
          </a:p>
          <a:p>
            <a:pPr marL="571500" indent="-571500" rtl="0">
              <a:lnSpc>
                <a:spcPct val="150000"/>
              </a:lnSpc>
              <a:buFont typeface="Wingdings" panose="05000000000000000000" pitchFamily="2" charset="2"/>
              <a:buChar char="Ø"/>
            </a:pPr>
            <a:r>
              <a:rPr lang="fr-FR" sz="3600" dirty="0">
                <a:solidFill>
                  <a:schemeClr val="tx2"/>
                </a:solidFill>
                <a:latin typeface="Times New Roman" panose="02020603050405020304" pitchFamily="18" charset="0"/>
                <a:cs typeface="Times New Roman" panose="02020603050405020304" pitchFamily="18" charset="0"/>
              </a:rPr>
              <a:t>Jaune ambré : #ffc107</a:t>
            </a:r>
          </a:p>
          <a:p>
            <a:pPr rtl="0"/>
            <a:endParaRPr lang="fr-FR" dirty="0">
              <a:solidFill>
                <a:schemeClr val="tx2"/>
              </a:solidFill>
              <a:latin typeface="Times New Roman" panose="02020603050405020304" pitchFamily="18" charset="0"/>
              <a:cs typeface="Times New Roman" panose="02020603050405020304" pitchFamily="18" charset="0"/>
            </a:endParaRPr>
          </a:p>
          <a:p>
            <a:pPr rtl="0"/>
            <a:endParaRPr lang="fr-FR" u="sng"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rtl="0"/>
            <a:endParaRPr lang="fr-FR" u="sng" dirty="0">
              <a:solidFill>
                <a:schemeClr val="tx2"/>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79750606"/>
      </p:ext>
    </p:ext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FF5EE67-DE83-C00F-F31C-58A2B46234DB}"/>
              </a:ext>
            </a:extLst>
          </p:cNvPr>
          <p:cNvSpPr>
            <a:spLocks noGrp="1"/>
          </p:cNvSpPr>
          <p:nvPr>
            <p:ph type="title"/>
          </p:nvPr>
        </p:nvSpPr>
        <p:spPr>
          <a:xfrm>
            <a:off x="980388" y="1"/>
            <a:ext cx="9966287" cy="768349"/>
          </a:xfrm>
        </p:spPr>
        <p:txBody>
          <a:bodyPr rtlCol="0"/>
          <a:lstStyle>
            <a:defPPr>
              <a:defRPr lang="fr-FR"/>
            </a:defPPr>
          </a:lstStyle>
          <a:p>
            <a:pPr rtl="0"/>
            <a:r>
              <a:rPr lang="fr-FR" dirty="0">
                <a:solidFill>
                  <a:schemeClr val="accent1"/>
                </a:solidFill>
                <a:latin typeface="Algerian" panose="04020705040A02060702" pitchFamily="82" charset="0"/>
              </a:rPr>
              <a:t>Polices utilisées</a:t>
            </a:r>
          </a:p>
        </p:txBody>
      </p:sp>
      <p:sp>
        <p:nvSpPr>
          <p:cNvPr id="3" name="Espace réservé du contenu 2">
            <a:extLst>
              <a:ext uri="{FF2B5EF4-FFF2-40B4-BE49-F238E27FC236}">
                <a16:creationId xmlns:a16="http://schemas.microsoft.com/office/drawing/2014/main" id="{DAF7743C-9A64-6DD7-26EC-7870E2484D2F}"/>
              </a:ext>
            </a:extLst>
          </p:cNvPr>
          <p:cNvSpPr>
            <a:spLocks noGrp="1"/>
          </p:cNvSpPr>
          <p:nvPr>
            <p:ph idx="14"/>
          </p:nvPr>
        </p:nvSpPr>
        <p:spPr>
          <a:xfrm>
            <a:off x="1166813" y="3563332"/>
            <a:ext cx="9219391" cy="2526318"/>
          </a:xfrm>
        </p:spPr>
        <p:txBody>
          <a:bodyPr rtlCol="0">
            <a:normAutofit/>
          </a:bodyPr>
          <a:lstStyle>
            <a:defPPr>
              <a:defRPr lang="fr-FR"/>
            </a:defPPr>
          </a:lstStyle>
          <a:p>
            <a:pPr rtl="0">
              <a:lnSpc>
                <a:spcPct val="150000"/>
              </a:lnSpc>
            </a:pPr>
            <a:r>
              <a:rPr lang="fr-FR" sz="2800" dirty="0">
                <a:latin typeface="Times New Roman" panose="02020603050405020304" pitchFamily="18" charset="0"/>
                <a:cs typeface="Times New Roman" panose="02020603050405020304" pitchFamily="18" charset="0"/>
              </a:rPr>
              <a:t>Interfaces modernes et épurées</a:t>
            </a:r>
          </a:p>
          <a:p>
            <a:pPr rtl="0">
              <a:lnSpc>
                <a:spcPct val="150000"/>
              </a:lnSpc>
            </a:pPr>
            <a:r>
              <a:rPr lang="fr-FR" sz="2800" dirty="0">
                <a:latin typeface="Times New Roman" panose="02020603050405020304" pitchFamily="18" charset="0"/>
                <a:cs typeface="Times New Roman" panose="02020603050405020304" pitchFamily="18" charset="0"/>
              </a:rPr>
              <a:t>Mise en page responsive avec Bootstrap</a:t>
            </a:r>
          </a:p>
          <a:p>
            <a:pPr rtl="0">
              <a:lnSpc>
                <a:spcPct val="150000"/>
              </a:lnSpc>
            </a:pPr>
            <a:r>
              <a:rPr lang="fr-FR" sz="2800" dirty="0">
                <a:latin typeface="Times New Roman" panose="02020603050405020304" pitchFamily="18" charset="0"/>
                <a:cs typeface="Times New Roman" panose="02020603050405020304" pitchFamily="18" charset="0"/>
              </a:rPr>
              <a:t>Navigation simple et intuitive</a:t>
            </a:r>
          </a:p>
        </p:txBody>
      </p:sp>
      <p:sp>
        <p:nvSpPr>
          <p:cNvPr id="2" name="ZoneTexte 1">
            <a:extLst>
              <a:ext uri="{FF2B5EF4-FFF2-40B4-BE49-F238E27FC236}">
                <a16:creationId xmlns:a16="http://schemas.microsoft.com/office/drawing/2014/main" id="{6868FD82-17C3-78C3-D3D4-AC4A320A62C1}"/>
              </a:ext>
            </a:extLst>
          </p:cNvPr>
          <p:cNvSpPr txBox="1"/>
          <p:nvPr/>
        </p:nvSpPr>
        <p:spPr>
          <a:xfrm>
            <a:off x="1166813" y="1065229"/>
            <a:ext cx="2842638" cy="954107"/>
          </a:xfrm>
          <a:prstGeom prst="rect">
            <a:avLst/>
          </a:prstGeom>
          <a:noFill/>
        </p:spPr>
        <p:txBody>
          <a:bodyPr wrap="none" rtlCol="0">
            <a:spAutoFit/>
          </a:bodyPr>
          <a:lstStyle/>
          <a:p>
            <a:pPr marL="342900" indent="-342900">
              <a:buFont typeface="Wingdings" panose="05000000000000000000" pitchFamily="2" charset="2"/>
              <a:buChar char="q"/>
            </a:pPr>
            <a:r>
              <a:rPr lang="fr-FR" sz="2800" dirty="0">
                <a:latin typeface="Times New Roman" panose="02020603050405020304" pitchFamily="18" charset="0"/>
                <a:cs typeface="Times New Roman" panose="02020603050405020304" pitchFamily="18" charset="0"/>
              </a:rPr>
              <a:t>Poppins (Titres)</a:t>
            </a:r>
          </a:p>
          <a:p>
            <a:pPr marL="342900" indent="-342900">
              <a:buFont typeface="Wingdings" panose="05000000000000000000" pitchFamily="2" charset="2"/>
              <a:buChar char="q"/>
            </a:pPr>
            <a:r>
              <a:rPr lang="fr-FR" sz="2800" dirty="0">
                <a:latin typeface="Times New Roman" panose="02020603050405020304" pitchFamily="18" charset="0"/>
                <a:cs typeface="Times New Roman" panose="02020603050405020304" pitchFamily="18" charset="0"/>
              </a:rPr>
              <a:t>Inter (Texte)</a:t>
            </a:r>
            <a:endParaRPr lang="fr-SN" sz="2800" dirty="0">
              <a:latin typeface="Times New Roman" panose="02020603050405020304" pitchFamily="18" charset="0"/>
              <a:cs typeface="Times New Roman" panose="02020603050405020304" pitchFamily="18" charset="0"/>
            </a:endParaRPr>
          </a:p>
        </p:txBody>
      </p:sp>
      <p:sp>
        <p:nvSpPr>
          <p:cNvPr id="4" name="ZoneTexte 3">
            <a:extLst>
              <a:ext uri="{FF2B5EF4-FFF2-40B4-BE49-F238E27FC236}">
                <a16:creationId xmlns:a16="http://schemas.microsoft.com/office/drawing/2014/main" id="{74A5770B-B719-332A-A194-D78927D58764}"/>
              </a:ext>
            </a:extLst>
          </p:cNvPr>
          <p:cNvSpPr txBox="1"/>
          <p:nvPr/>
        </p:nvSpPr>
        <p:spPr>
          <a:xfrm>
            <a:off x="3197439" y="2677213"/>
            <a:ext cx="3809056" cy="769441"/>
          </a:xfrm>
          <a:prstGeom prst="rect">
            <a:avLst/>
          </a:prstGeom>
          <a:noFill/>
        </p:spPr>
        <p:txBody>
          <a:bodyPr wrap="none" rtlCol="0">
            <a:spAutoFit/>
          </a:bodyPr>
          <a:lstStyle/>
          <a:p>
            <a:pPr algn="ctr"/>
            <a:r>
              <a:rPr lang="fr-FR" sz="4400" b="1" dirty="0">
                <a:solidFill>
                  <a:schemeClr val="bg2"/>
                </a:solidFill>
                <a:latin typeface="Algerian" panose="04020705040A02060702" pitchFamily="82" charset="0"/>
              </a:rPr>
              <a:t>Inspirations</a:t>
            </a:r>
            <a:endParaRPr lang="fr-SN" sz="4400" b="1" dirty="0">
              <a:solidFill>
                <a:schemeClr val="bg2"/>
              </a:solidFill>
              <a:latin typeface="Algerian" panose="04020705040A02060702" pitchFamily="82" charset="0"/>
            </a:endParaRPr>
          </a:p>
        </p:txBody>
      </p:sp>
    </p:spTree>
    <p:extLst>
      <p:ext uri="{BB962C8B-B14F-4D97-AF65-F5344CB8AC3E}">
        <p14:creationId xmlns:p14="http://schemas.microsoft.com/office/powerpoint/2010/main" val="2529338794"/>
      </p:ext>
    </p:ext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EAA093-E00B-31E9-0A13-71142E30E57C}"/>
              </a:ext>
            </a:extLst>
          </p:cNvPr>
          <p:cNvSpPr>
            <a:spLocks noGrp="1"/>
          </p:cNvSpPr>
          <p:nvPr>
            <p:ph type="ctrTitle"/>
          </p:nvPr>
        </p:nvSpPr>
        <p:spPr>
          <a:xfrm>
            <a:off x="0" y="1"/>
            <a:ext cx="7297947" cy="725863"/>
          </a:xfrm>
        </p:spPr>
        <p:txBody>
          <a:bodyPr rtlCol="0"/>
          <a:lstStyle>
            <a:defPPr>
              <a:defRPr lang="fr-FR"/>
            </a:defPPr>
          </a:lstStyle>
          <a:p>
            <a:pPr rtl="0"/>
            <a:r>
              <a:rPr lang="fr-FR" sz="4000" dirty="0">
                <a:latin typeface="Algerian" panose="04020705040A02060702" pitchFamily="82" charset="0"/>
              </a:rPr>
              <a:t>Architecture du site</a:t>
            </a:r>
          </a:p>
        </p:txBody>
      </p:sp>
      <p:sp>
        <p:nvSpPr>
          <p:cNvPr id="3" name="Sous-titre 2">
            <a:extLst>
              <a:ext uri="{FF2B5EF4-FFF2-40B4-BE49-F238E27FC236}">
                <a16:creationId xmlns:a16="http://schemas.microsoft.com/office/drawing/2014/main" id="{C62C8177-F0B6-B02C-3682-183D8307E999}"/>
              </a:ext>
            </a:extLst>
          </p:cNvPr>
          <p:cNvSpPr>
            <a:spLocks noGrp="1"/>
          </p:cNvSpPr>
          <p:nvPr>
            <p:ph type="subTitle" idx="1"/>
          </p:nvPr>
        </p:nvSpPr>
        <p:spPr>
          <a:xfrm>
            <a:off x="348792" y="895546"/>
            <a:ext cx="6325385" cy="725863"/>
          </a:xfrm>
        </p:spPr>
        <p:txBody>
          <a:bodyPr rtlCol="0"/>
          <a:lstStyle>
            <a:defPPr>
              <a:defRPr lang="fr-FR"/>
            </a:defPPr>
          </a:lstStyle>
          <a:p>
            <a:pPr marL="457200" indent="-457200" rtl="0">
              <a:buFont typeface="Wingdings" panose="05000000000000000000" pitchFamily="2" charset="2"/>
              <a:buChar char="Ø"/>
            </a:pPr>
            <a:r>
              <a:rPr lang="fr-FR" dirty="0">
                <a:latin typeface="Times New Roman" panose="02020603050405020304" pitchFamily="18" charset="0"/>
                <a:cs typeface="Times New Roman" panose="02020603050405020304" pitchFamily="18" charset="0"/>
              </a:rPr>
              <a:t>Arborescence</a:t>
            </a:r>
          </a:p>
        </p:txBody>
      </p:sp>
      <p:sp>
        <p:nvSpPr>
          <p:cNvPr id="4" name="ZoneTexte 3">
            <a:extLst>
              <a:ext uri="{FF2B5EF4-FFF2-40B4-BE49-F238E27FC236}">
                <a16:creationId xmlns:a16="http://schemas.microsoft.com/office/drawing/2014/main" id="{29EBE60B-0128-E13A-FE7C-C58A73EB9963}"/>
              </a:ext>
            </a:extLst>
          </p:cNvPr>
          <p:cNvSpPr txBox="1"/>
          <p:nvPr/>
        </p:nvSpPr>
        <p:spPr>
          <a:xfrm>
            <a:off x="471340" y="1621409"/>
            <a:ext cx="5071621" cy="4801314"/>
          </a:xfrm>
          <a:prstGeom prst="rect">
            <a:avLst/>
          </a:prstGeom>
          <a:noFill/>
        </p:spPr>
        <p:txBody>
          <a:bodyPr wrap="square" rtlCol="0">
            <a:spAutoFit/>
          </a:bodyPr>
          <a:lstStyle/>
          <a:p>
            <a:r>
              <a:rPr lang="fr-SN" b="1" dirty="0">
                <a:solidFill>
                  <a:schemeClr val="tx2"/>
                </a:solidFill>
              </a:rPr>
              <a:t>NGUIRANE-ELHADJI-</a:t>
            </a:r>
            <a:r>
              <a:rPr lang="fr-SN" b="1" dirty="0" err="1">
                <a:solidFill>
                  <a:schemeClr val="tx2"/>
                </a:solidFill>
              </a:rPr>
              <a:t>AfriTalent</a:t>
            </a:r>
            <a:r>
              <a:rPr lang="fr-SN" b="1" dirty="0">
                <a:solidFill>
                  <a:schemeClr val="tx2"/>
                </a:solidFill>
              </a:rPr>
              <a:t>/</a:t>
            </a:r>
          </a:p>
          <a:p>
            <a:r>
              <a:rPr lang="fr-SN" b="1" dirty="0">
                <a:solidFill>
                  <a:schemeClr val="tx2"/>
                </a:solidFill>
              </a:rPr>
              <a:t>├── index.html</a:t>
            </a:r>
          </a:p>
          <a:p>
            <a:r>
              <a:rPr lang="fr-SN" b="1" dirty="0">
                <a:solidFill>
                  <a:schemeClr val="tx2"/>
                </a:solidFill>
              </a:rPr>
              <a:t>├── freelances.html</a:t>
            </a:r>
          </a:p>
          <a:p>
            <a:r>
              <a:rPr lang="fr-SN" b="1" dirty="0">
                <a:solidFill>
                  <a:schemeClr val="tx2"/>
                </a:solidFill>
              </a:rPr>
              <a:t>├── tarifs.html</a:t>
            </a:r>
          </a:p>
          <a:p>
            <a:r>
              <a:rPr lang="fr-SN" b="1" dirty="0">
                <a:solidFill>
                  <a:schemeClr val="tx2"/>
                </a:solidFill>
              </a:rPr>
              <a:t>├── about.html</a:t>
            </a:r>
          </a:p>
          <a:p>
            <a:r>
              <a:rPr lang="fr-SN" b="1" dirty="0">
                <a:solidFill>
                  <a:schemeClr val="tx2"/>
                </a:solidFill>
              </a:rPr>
              <a:t>├── contact.html</a:t>
            </a:r>
          </a:p>
          <a:p>
            <a:r>
              <a:rPr lang="fr-SN" b="1" dirty="0">
                <a:solidFill>
                  <a:schemeClr val="tx2"/>
                </a:solidFill>
              </a:rPr>
              <a:t>├── </a:t>
            </a:r>
            <a:r>
              <a:rPr lang="fr-SN" b="1" dirty="0" err="1">
                <a:solidFill>
                  <a:schemeClr val="tx2"/>
                </a:solidFill>
              </a:rPr>
              <a:t>css</a:t>
            </a:r>
            <a:r>
              <a:rPr lang="fr-SN" b="1" dirty="0">
                <a:solidFill>
                  <a:schemeClr val="tx2"/>
                </a:solidFill>
              </a:rPr>
              <a:t>/</a:t>
            </a:r>
          </a:p>
          <a:p>
            <a:r>
              <a:rPr lang="fr-SN" b="1" dirty="0">
                <a:solidFill>
                  <a:schemeClr val="tx2"/>
                </a:solidFill>
              </a:rPr>
              <a:t>│ └── style.css</a:t>
            </a:r>
          </a:p>
          <a:p>
            <a:r>
              <a:rPr lang="fr-SN" b="1" dirty="0">
                <a:solidFill>
                  <a:schemeClr val="tx2"/>
                </a:solidFill>
              </a:rPr>
              <a:t>├── </a:t>
            </a:r>
            <a:r>
              <a:rPr lang="fr-SN" b="1" dirty="0" err="1">
                <a:solidFill>
                  <a:schemeClr val="tx2"/>
                </a:solidFill>
              </a:rPr>
              <a:t>js</a:t>
            </a:r>
            <a:r>
              <a:rPr lang="fr-SN" b="1" dirty="0">
                <a:solidFill>
                  <a:schemeClr val="tx2"/>
                </a:solidFill>
              </a:rPr>
              <a:t>/</a:t>
            </a:r>
          </a:p>
          <a:p>
            <a:r>
              <a:rPr lang="fr-SN" b="1" dirty="0">
                <a:solidFill>
                  <a:schemeClr val="tx2"/>
                </a:solidFill>
              </a:rPr>
              <a:t>│ └── main.js</a:t>
            </a:r>
          </a:p>
          <a:p>
            <a:r>
              <a:rPr lang="fr-SN" b="1" dirty="0">
                <a:solidFill>
                  <a:schemeClr val="tx2"/>
                </a:solidFill>
              </a:rPr>
              <a:t>├── images/</a:t>
            </a:r>
          </a:p>
          <a:p>
            <a:r>
              <a:rPr lang="fr-SN" b="1" dirty="0">
                <a:solidFill>
                  <a:schemeClr val="tx2"/>
                </a:solidFill>
              </a:rPr>
              <a:t>│ └── (vos images, logos, avatars)</a:t>
            </a:r>
          </a:p>
          <a:p>
            <a:r>
              <a:rPr lang="fr-SN" b="1" dirty="0">
                <a:solidFill>
                  <a:schemeClr val="tx2"/>
                </a:solidFill>
              </a:rPr>
              <a:t>├── docs/</a:t>
            </a:r>
          </a:p>
          <a:p>
            <a:r>
              <a:rPr lang="fr-SN" b="1" dirty="0">
                <a:solidFill>
                  <a:schemeClr val="tx2"/>
                </a:solidFill>
              </a:rPr>
              <a:t>│ └── NGUIRANE_ELHADJI_Presentation.pptx</a:t>
            </a:r>
          </a:p>
          <a:p>
            <a:r>
              <a:rPr lang="fr-SN" b="1" dirty="0">
                <a:solidFill>
                  <a:schemeClr val="tx2"/>
                </a:solidFill>
              </a:rPr>
              <a:t>├── README.md</a:t>
            </a:r>
          </a:p>
          <a:p>
            <a:r>
              <a:rPr lang="fr-SN" b="1" dirty="0">
                <a:solidFill>
                  <a:schemeClr val="tx2"/>
                </a:solidFill>
              </a:rPr>
              <a:t>└── .</a:t>
            </a:r>
            <a:r>
              <a:rPr lang="fr-SN" b="1" dirty="0" err="1">
                <a:solidFill>
                  <a:schemeClr val="tx2"/>
                </a:solidFill>
              </a:rPr>
              <a:t>gitignore</a:t>
            </a:r>
            <a:endParaRPr lang="fr-SN" b="1" dirty="0">
              <a:solidFill>
                <a:schemeClr val="tx2"/>
              </a:solidFill>
            </a:endParaRPr>
          </a:p>
        </p:txBody>
      </p:sp>
      <p:sp>
        <p:nvSpPr>
          <p:cNvPr id="5" name="Rectangle : coins arrondis 4">
            <a:extLst>
              <a:ext uri="{FF2B5EF4-FFF2-40B4-BE49-F238E27FC236}">
                <a16:creationId xmlns:a16="http://schemas.microsoft.com/office/drawing/2014/main" id="{5D48294E-CD1C-2170-B9CF-CFE90F2A01EC}"/>
              </a:ext>
            </a:extLst>
          </p:cNvPr>
          <p:cNvSpPr/>
          <p:nvPr/>
        </p:nvSpPr>
        <p:spPr>
          <a:xfrm>
            <a:off x="6542202" y="0"/>
            <a:ext cx="5649798" cy="685799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SN"/>
          </a:p>
        </p:txBody>
      </p:sp>
      <p:pic>
        <p:nvPicPr>
          <p:cNvPr id="7" name="Image 6">
            <a:extLst>
              <a:ext uri="{FF2B5EF4-FFF2-40B4-BE49-F238E27FC236}">
                <a16:creationId xmlns:a16="http://schemas.microsoft.com/office/drawing/2014/main" id="{56F99ED0-5FE4-0DDD-5A09-79D9D8309626}"/>
              </a:ext>
            </a:extLst>
          </p:cNvPr>
          <p:cNvPicPr>
            <a:picLocks noChangeAspect="1"/>
          </p:cNvPicPr>
          <p:nvPr/>
        </p:nvPicPr>
        <p:blipFill>
          <a:blip r:embed="rId3"/>
          <a:stretch>
            <a:fillRect/>
          </a:stretch>
        </p:blipFill>
        <p:spPr>
          <a:xfrm>
            <a:off x="5740924" y="0"/>
            <a:ext cx="6451075" cy="6857999"/>
          </a:xfrm>
          <a:prstGeom prst="rect">
            <a:avLst/>
          </a:prstGeom>
        </p:spPr>
      </p:pic>
    </p:spTree>
    <p:extLst>
      <p:ext uri="{BB962C8B-B14F-4D97-AF65-F5344CB8AC3E}">
        <p14:creationId xmlns:p14="http://schemas.microsoft.com/office/powerpoint/2010/main" val="4117153350"/>
      </p:ext>
    </p:extLst>
  </p:cSld>
  <p:clrMapOvr>
    <a:masterClrMapping/>
  </p:clrMapOvr>
  <mc:AlternateContent xmlns:mc="http://schemas.openxmlformats.org/markup-compatibility/2006">
    <mc:Choice xmlns:p14="http://schemas.microsoft.com/office/powerpoint/2010/main" Requires="p14">
      <p:transition spd="slow" p14:dur="1500">
        <p:split orient="vert"/>
      </p:transition>
    </mc:Choice>
    <mc:Fallback>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EDF9E134-98AA-3ECE-E40A-180C85ACD7D5}"/>
              </a:ext>
            </a:extLst>
          </p:cNvPr>
          <p:cNvSpPr>
            <a:spLocks noGrp="1"/>
          </p:cNvSpPr>
          <p:nvPr>
            <p:ph type="title"/>
          </p:nvPr>
        </p:nvSpPr>
        <p:spPr>
          <a:xfrm>
            <a:off x="2498102" y="136527"/>
            <a:ext cx="8270589" cy="608192"/>
          </a:xfrm>
        </p:spPr>
        <p:txBody>
          <a:bodyPr rtlCol="0"/>
          <a:lstStyle>
            <a:defPPr>
              <a:defRPr lang="fr-FR"/>
            </a:defPPr>
          </a:lstStyle>
          <a:p>
            <a:pPr rtl="0"/>
            <a:r>
              <a:rPr lang="fr-FR" dirty="0">
                <a:solidFill>
                  <a:schemeClr val="tx2"/>
                </a:solidFill>
                <a:latin typeface="Algerian" panose="04020705040A02060702" pitchFamily="82" charset="0"/>
              </a:rPr>
              <a:t>Captures des pages</a:t>
            </a:r>
          </a:p>
        </p:txBody>
      </p:sp>
      <p:sp>
        <p:nvSpPr>
          <p:cNvPr id="2" name="Rectangle 1">
            <a:extLst>
              <a:ext uri="{FF2B5EF4-FFF2-40B4-BE49-F238E27FC236}">
                <a16:creationId xmlns:a16="http://schemas.microsoft.com/office/drawing/2014/main" id="{63513B25-C16E-8F34-DFBF-BF50FCEF9C6A}"/>
              </a:ext>
            </a:extLst>
          </p:cNvPr>
          <p:cNvSpPr/>
          <p:nvPr/>
        </p:nvSpPr>
        <p:spPr>
          <a:xfrm>
            <a:off x="62705" y="1564849"/>
            <a:ext cx="2865747" cy="3431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SN"/>
          </a:p>
        </p:txBody>
      </p:sp>
      <p:sp>
        <p:nvSpPr>
          <p:cNvPr id="5" name="Rectangle 4">
            <a:extLst>
              <a:ext uri="{FF2B5EF4-FFF2-40B4-BE49-F238E27FC236}">
                <a16:creationId xmlns:a16="http://schemas.microsoft.com/office/drawing/2014/main" id="{8584624A-659A-7AA0-445F-5D333CD20160}"/>
              </a:ext>
            </a:extLst>
          </p:cNvPr>
          <p:cNvSpPr/>
          <p:nvPr/>
        </p:nvSpPr>
        <p:spPr>
          <a:xfrm>
            <a:off x="3121771" y="1564849"/>
            <a:ext cx="2865749" cy="3431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SN"/>
          </a:p>
        </p:txBody>
      </p:sp>
      <p:sp>
        <p:nvSpPr>
          <p:cNvPr id="7" name="Rectangle 6">
            <a:extLst>
              <a:ext uri="{FF2B5EF4-FFF2-40B4-BE49-F238E27FC236}">
                <a16:creationId xmlns:a16="http://schemas.microsoft.com/office/drawing/2014/main" id="{37B1A26E-BA6E-ACFD-26A4-108679ED5E2D}"/>
              </a:ext>
            </a:extLst>
          </p:cNvPr>
          <p:cNvSpPr/>
          <p:nvPr/>
        </p:nvSpPr>
        <p:spPr>
          <a:xfrm>
            <a:off x="6180839" y="1564849"/>
            <a:ext cx="2727491" cy="3431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SN" dirty="0"/>
          </a:p>
        </p:txBody>
      </p:sp>
      <p:sp>
        <p:nvSpPr>
          <p:cNvPr id="8" name="Rectangle 7">
            <a:extLst>
              <a:ext uri="{FF2B5EF4-FFF2-40B4-BE49-F238E27FC236}">
                <a16:creationId xmlns:a16="http://schemas.microsoft.com/office/drawing/2014/main" id="{4CCC71CB-7770-5AE8-4B9A-D7017B3FB809}"/>
              </a:ext>
            </a:extLst>
          </p:cNvPr>
          <p:cNvSpPr/>
          <p:nvPr/>
        </p:nvSpPr>
        <p:spPr>
          <a:xfrm>
            <a:off x="9068586" y="1564849"/>
            <a:ext cx="2950589" cy="343135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SN"/>
          </a:p>
        </p:txBody>
      </p:sp>
      <p:pic>
        <p:nvPicPr>
          <p:cNvPr id="10" name="Image 9">
            <a:extLst>
              <a:ext uri="{FF2B5EF4-FFF2-40B4-BE49-F238E27FC236}">
                <a16:creationId xmlns:a16="http://schemas.microsoft.com/office/drawing/2014/main" id="{7A06BA3C-29D7-6E3F-85CE-3A80A896E6B8}"/>
              </a:ext>
            </a:extLst>
          </p:cNvPr>
          <p:cNvPicPr>
            <a:picLocks noChangeAspect="1"/>
          </p:cNvPicPr>
          <p:nvPr/>
        </p:nvPicPr>
        <p:blipFill>
          <a:blip r:embed="rId3"/>
          <a:stretch>
            <a:fillRect/>
          </a:stretch>
        </p:blipFill>
        <p:spPr>
          <a:xfrm>
            <a:off x="62705" y="1564848"/>
            <a:ext cx="2865747" cy="3431358"/>
          </a:xfrm>
          <a:prstGeom prst="rect">
            <a:avLst/>
          </a:prstGeom>
        </p:spPr>
      </p:pic>
      <p:pic>
        <p:nvPicPr>
          <p:cNvPr id="12" name="Image 11">
            <a:extLst>
              <a:ext uri="{FF2B5EF4-FFF2-40B4-BE49-F238E27FC236}">
                <a16:creationId xmlns:a16="http://schemas.microsoft.com/office/drawing/2014/main" id="{84F42597-0935-1CE2-1885-528B84CC38C1}"/>
              </a:ext>
            </a:extLst>
          </p:cNvPr>
          <p:cNvPicPr>
            <a:picLocks noChangeAspect="1"/>
          </p:cNvPicPr>
          <p:nvPr/>
        </p:nvPicPr>
        <p:blipFill>
          <a:blip r:embed="rId4"/>
          <a:stretch>
            <a:fillRect/>
          </a:stretch>
        </p:blipFill>
        <p:spPr>
          <a:xfrm>
            <a:off x="3121771" y="1564848"/>
            <a:ext cx="2865747" cy="3431356"/>
          </a:xfrm>
          <a:prstGeom prst="rect">
            <a:avLst/>
          </a:prstGeom>
        </p:spPr>
      </p:pic>
      <p:pic>
        <p:nvPicPr>
          <p:cNvPr id="14" name="Image 13">
            <a:extLst>
              <a:ext uri="{FF2B5EF4-FFF2-40B4-BE49-F238E27FC236}">
                <a16:creationId xmlns:a16="http://schemas.microsoft.com/office/drawing/2014/main" id="{3B49D653-10C5-73CA-DBEE-1BDC3B5E7948}"/>
              </a:ext>
            </a:extLst>
          </p:cNvPr>
          <p:cNvPicPr>
            <a:picLocks noChangeAspect="1"/>
          </p:cNvPicPr>
          <p:nvPr/>
        </p:nvPicPr>
        <p:blipFill>
          <a:blip r:embed="rId5"/>
          <a:stretch>
            <a:fillRect/>
          </a:stretch>
        </p:blipFill>
        <p:spPr>
          <a:xfrm>
            <a:off x="6180838" y="1564846"/>
            <a:ext cx="2727492" cy="3431358"/>
          </a:xfrm>
          <a:prstGeom prst="rect">
            <a:avLst/>
          </a:prstGeom>
        </p:spPr>
      </p:pic>
      <p:pic>
        <p:nvPicPr>
          <p:cNvPr id="16" name="Image 15">
            <a:extLst>
              <a:ext uri="{FF2B5EF4-FFF2-40B4-BE49-F238E27FC236}">
                <a16:creationId xmlns:a16="http://schemas.microsoft.com/office/drawing/2014/main" id="{6696212E-09B7-DB9E-0C22-2237B585BBC9}"/>
              </a:ext>
            </a:extLst>
          </p:cNvPr>
          <p:cNvPicPr>
            <a:picLocks noChangeAspect="1"/>
          </p:cNvPicPr>
          <p:nvPr/>
        </p:nvPicPr>
        <p:blipFill>
          <a:blip r:embed="rId6"/>
          <a:stretch>
            <a:fillRect/>
          </a:stretch>
        </p:blipFill>
        <p:spPr>
          <a:xfrm>
            <a:off x="9068586" y="1564846"/>
            <a:ext cx="2950589" cy="3431358"/>
          </a:xfrm>
          <a:prstGeom prst="rect">
            <a:avLst/>
          </a:prstGeom>
        </p:spPr>
      </p:pic>
    </p:spTree>
    <p:extLst>
      <p:ext uri="{BB962C8B-B14F-4D97-AF65-F5344CB8AC3E}">
        <p14:creationId xmlns:p14="http://schemas.microsoft.com/office/powerpoint/2010/main" val="126593962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1000"/>
                                        <p:tgtEl>
                                          <p:spTgt spid="14"/>
                                        </p:tgtEl>
                                      </p:cBhvr>
                                    </p:animEffect>
                                    <p:anim calcmode="lin" valueType="num">
                                      <p:cBhvr>
                                        <p:cTn id="22" dur="1000" fill="hold"/>
                                        <p:tgtEl>
                                          <p:spTgt spid="14"/>
                                        </p:tgtEl>
                                        <p:attrNameLst>
                                          <p:attrName>ppt_x</p:attrName>
                                        </p:attrNameLst>
                                      </p:cBhvr>
                                      <p:tavLst>
                                        <p:tav tm="0">
                                          <p:val>
                                            <p:strVal val="#ppt_x"/>
                                          </p:val>
                                        </p:tav>
                                        <p:tav tm="100000">
                                          <p:val>
                                            <p:strVal val="#ppt_x"/>
                                          </p:val>
                                        </p:tav>
                                      </p:tavLst>
                                    </p:anim>
                                    <p:anim calcmode="lin" valueType="num">
                                      <p:cBhvr>
                                        <p:cTn id="23"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5">
            <a:extLst>
              <a:ext uri="{FF2B5EF4-FFF2-40B4-BE49-F238E27FC236}">
                <a16:creationId xmlns:a16="http://schemas.microsoft.com/office/drawing/2014/main" id="{64CFB73D-B7C9-A177-04F3-E48E841A875E}"/>
              </a:ext>
            </a:extLst>
          </p:cNvPr>
          <p:cNvSpPr>
            <a:spLocks noGrp="1"/>
          </p:cNvSpPr>
          <p:nvPr>
            <p:ph type="title"/>
          </p:nvPr>
        </p:nvSpPr>
        <p:spPr>
          <a:xfrm>
            <a:off x="3921551" y="0"/>
            <a:ext cx="6404268" cy="876693"/>
          </a:xfrm>
        </p:spPr>
        <p:txBody>
          <a:bodyPr rtlCol="0"/>
          <a:lstStyle>
            <a:defPPr>
              <a:defRPr lang="fr-FR"/>
            </a:defPPr>
          </a:lstStyle>
          <a:p>
            <a:pPr rtl="0"/>
            <a:r>
              <a:rPr lang="fr-FR" sz="4800" dirty="0">
                <a:latin typeface="Algerian" panose="04020705040A02060702" pitchFamily="82" charset="0"/>
              </a:rPr>
              <a:t>JavaScript</a:t>
            </a:r>
            <a:endParaRPr lang="fr-FR" dirty="0">
              <a:latin typeface="Algerian" panose="04020705040A02060702" pitchFamily="82" charset="0"/>
            </a:endParaRPr>
          </a:p>
        </p:txBody>
      </p:sp>
      <p:sp>
        <p:nvSpPr>
          <p:cNvPr id="4" name="Espace réservé du contenu 3">
            <a:extLst>
              <a:ext uri="{FF2B5EF4-FFF2-40B4-BE49-F238E27FC236}">
                <a16:creationId xmlns:a16="http://schemas.microsoft.com/office/drawing/2014/main" id="{DBA34351-9D9C-8C32-5CC0-3F19A1CAC037}"/>
              </a:ext>
            </a:extLst>
          </p:cNvPr>
          <p:cNvSpPr>
            <a:spLocks noGrp="1"/>
          </p:cNvSpPr>
          <p:nvPr>
            <p:ph idx="12"/>
          </p:nvPr>
        </p:nvSpPr>
        <p:spPr>
          <a:xfrm>
            <a:off x="358220" y="1932495"/>
            <a:ext cx="5550456" cy="2679013"/>
          </a:xfrm>
        </p:spPr>
        <p:txBody>
          <a:bodyPr rtlCol="0">
            <a:normAutofit/>
          </a:bodyPr>
          <a:lstStyle>
            <a:defPPr>
              <a:defRPr lang="fr-FR"/>
            </a:defPPr>
          </a:lstStyle>
          <a:p>
            <a:pPr marL="342900" indent="-342900" rtl="0">
              <a:lnSpc>
                <a:spcPct val="150000"/>
              </a:lnSpc>
              <a:buFont typeface="Wingdings" panose="05000000000000000000" pitchFamily="2" charset="2"/>
              <a:buChar char="Ø"/>
            </a:pPr>
            <a:r>
              <a:rPr lang="fr-FR" sz="2400" dirty="0">
                <a:latin typeface="Times New Roman" panose="02020603050405020304" pitchFamily="18" charset="0"/>
                <a:cs typeface="Times New Roman" panose="02020603050405020304" pitchFamily="18" charset="0"/>
              </a:rPr>
              <a:t>Filtrage des freelances par catégorie</a:t>
            </a:r>
          </a:p>
          <a:p>
            <a:pPr marL="342900" indent="-342900" rtl="0">
              <a:lnSpc>
                <a:spcPct val="150000"/>
              </a:lnSpc>
              <a:buFont typeface="Wingdings" panose="05000000000000000000" pitchFamily="2" charset="2"/>
              <a:buChar char="Ø"/>
            </a:pPr>
            <a:r>
              <a:rPr lang="fr-FR" sz="2400" dirty="0">
                <a:latin typeface="Times New Roman" panose="02020603050405020304" pitchFamily="18" charset="0"/>
                <a:cs typeface="Times New Roman" panose="02020603050405020304" pitchFamily="18" charset="0"/>
              </a:rPr>
              <a:t>Validation du formulaire de contact</a:t>
            </a:r>
          </a:p>
          <a:p>
            <a:pPr marL="342900" indent="-342900" rtl="0">
              <a:lnSpc>
                <a:spcPct val="150000"/>
              </a:lnSpc>
              <a:buFont typeface="Wingdings" panose="05000000000000000000" pitchFamily="2" charset="2"/>
              <a:buChar char="Ø"/>
            </a:pPr>
            <a:r>
              <a:rPr lang="fr-FR" sz="2400" dirty="0">
                <a:latin typeface="Times New Roman" panose="02020603050405020304" pitchFamily="18" charset="0"/>
                <a:cs typeface="Times New Roman" panose="02020603050405020304" pitchFamily="18" charset="0"/>
              </a:rPr>
              <a:t>Bouton « Retour en haut »</a:t>
            </a:r>
          </a:p>
          <a:p>
            <a:pPr marL="342900" indent="-342900" rtl="0">
              <a:lnSpc>
                <a:spcPct val="150000"/>
              </a:lnSpc>
              <a:buFont typeface="Wingdings" panose="05000000000000000000" pitchFamily="2" charset="2"/>
              <a:buChar char="Ø"/>
            </a:pPr>
            <a:r>
              <a:rPr lang="fr-FR" sz="2400" dirty="0">
                <a:latin typeface="Times New Roman" panose="02020603050405020304" pitchFamily="18" charset="0"/>
                <a:cs typeface="Times New Roman" panose="02020603050405020304" pitchFamily="18" charset="0"/>
              </a:rPr>
              <a:t>Mode sombre</a:t>
            </a:r>
          </a:p>
        </p:txBody>
      </p:sp>
      <p:pic>
        <p:nvPicPr>
          <p:cNvPr id="7" name="Espace réservé du contenu 6">
            <a:extLst>
              <a:ext uri="{FF2B5EF4-FFF2-40B4-BE49-F238E27FC236}">
                <a16:creationId xmlns:a16="http://schemas.microsoft.com/office/drawing/2014/main" id="{1556F3CD-A27F-3707-E88D-DD36C1BB97D3}"/>
              </a:ext>
            </a:extLst>
          </p:cNvPr>
          <p:cNvPicPr>
            <a:picLocks noGrp="1" noChangeAspect="1"/>
          </p:cNvPicPr>
          <p:nvPr>
            <p:ph idx="11"/>
          </p:nvPr>
        </p:nvPicPr>
        <p:blipFill>
          <a:blip r:embed="rId3"/>
          <a:stretch>
            <a:fillRect/>
          </a:stretch>
        </p:blipFill>
        <p:spPr>
          <a:xfrm>
            <a:off x="6011175" y="1187777"/>
            <a:ext cx="4609296" cy="3423731"/>
          </a:xfrm>
        </p:spPr>
      </p:pic>
      <p:sp>
        <p:nvSpPr>
          <p:cNvPr id="2" name="ZoneTexte 1">
            <a:extLst>
              <a:ext uri="{FF2B5EF4-FFF2-40B4-BE49-F238E27FC236}">
                <a16:creationId xmlns:a16="http://schemas.microsoft.com/office/drawing/2014/main" id="{7C4F671E-EE0D-6DD0-3DE6-9C842845A40E}"/>
              </a:ext>
            </a:extLst>
          </p:cNvPr>
          <p:cNvSpPr txBox="1"/>
          <p:nvPr/>
        </p:nvSpPr>
        <p:spPr>
          <a:xfrm>
            <a:off x="552913" y="1187777"/>
            <a:ext cx="5550455" cy="584775"/>
          </a:xfrm>
          <a:prstGeom prst="rect">
            <a:avLst/>
          </a:prstGeom>
          <a:noFill/>
        </p:spPr>
        <p:txBody>
          <a:bodyPr wrap="square" rtlCol="0">
            <a:spAutoFit/>
          </a:bodyPr>
          <a:lstStyle/>
          <a:p>
            <a:r>
              <a:rPr lang="fr-FR" sz="3200" b="1" dirty="0">
                <a:solidFill>
                  <a:schemeClr val="tx2"/>
                </a:solidFill>
                <a:latin typeface="Times New Roman" panose="02020603050405020304" pitchFamily="18" charset="0"/>
                <a:cs typeface="Times New Roman" panose="02020603050405020304" pitchFamily="18" charset="0"/>
              </a:rPr>
              <a:t>Fonctionnalités développées :</a:t>
            </a:r>
            <a:endParaRPr lang="fr-SN" sz="3200" b="1" dirty="0">
              <a:solidFill>
                <a:schemeClr val="tx2"/>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482BF4F7-FCE8-AE4B-ED4A-2F6180BC2C79}"/>
              </a:ext>
            </a:extLst>
          </p:cNvPr>
          <p:cNvSpPr/>
          <p:nvPr/>
        </p:nvSpPr>
        <p:spPr>
          <a:xfrm>
            <a:off x="3355942" y="4611508"/>
            <a:ext cx="8836058" cy="22464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FR" sz="2000" dirty="0">
                <a:latin typeface="Times New Roman" panose="02020603050405020304" pitchFamily="18" charset="0"/>
                <a:cs typeface="Times New Roman" panose="02020603050405020304" pitchFamily="18" charset="0"/>
              </a:rPr>
              <a:t>Ce code JavaScript permet de modifier l’apparence de la barre de navigation lors du défilement de la page. Lorsque l’utilisateur fait défiler la page de plus de 50 pixels, la classe </a:t>
            </a:r>
            <a:r>
              <a:rPr lang="fr-FR" sz="2000" dirty="0" err="1">
                <a:latin typeface="Times New Roman" panose="02020603050405020304" pitchFamily="18" charset="0"/>
                <a:cs typeface="Times New Roman" panose="02020603050405020304" pitchFamily="18" charset="0"/>
              </a:rPr>
              <a:t>scrolled</a:t>
            </a:r>
            <a:r>
              <a:rPr lang="fr-FR" sz="2000" dirty="0">
                <a:latin typeface="Times New Roman" panose="02020603050405020304" pitchFamily="18" charset="0"/>
                <a:cs typeface="Times New Roman" panose="02020603050405020304" pitchFamily="18" charset="0"/>
              </a:rPr>
              <a:t> est ajoutée à la barre de navigation afin de changer son style (par exemple la couleur ou l’ombre). Si l’utilisateur revient en haut de la page, cette classe est supprimée et l’apparence d’origine est restaurée.</a:t>
            </a:r>
            <a:endParaRPr lang="fr-S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52102883"/>
      </p:ext>
    </p:extLst>
  </p:cSld>
  <p:clrMapOvr>
    <a:masterClrMapping/>
  </p:clrMapOvr>
  <mc:AlternateContent xmlns:mc="http://schemas.openxmlformats.org/markup-compatibility/2006">
    <mc:Choice xmlns:p14="http://schemas.microsoft.com/office/powerpoint/2010/main" Requires="p14">
      <p:transition spd="slow" p14:dur="1250">
        <p14:flip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0" end="0"/>
                                            </p:txEl>
                                          </p:spTgt>
                                        </p:tgtEl>
                                        <p:attrNameLst>
                                          <p:attrName>style.visibility</p:attrName>
                                        </p:attrNameLst>
                                      </p:cBhvr>
                                      <p:to>
                                        <p:strVal val="visible"/>
                                      </p:to>
                                    </p:set>
                                    <p:animEffect transition="in" filter="fade">
                                      <p:cBhvr>
                                        <p:cTn id="14" dur="1000"/>
                                        <p:tgtEl>
                                          <p:spTgt spid="4">
                                            <p:txEl>
                                              <p:pRg st="0" end="0"/>
                                            </p:txEl>
                                          </p:spTgt>
                                        </p:tgtEl>
                                      </p:cBhvr>
                                    </p:animEffect>
                                    <p:anim calcmode="lin" valueType="num">
                                      <p:cBhvr>
                                        <p:cTn id="1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1" end="1"/>
                                            </p:txEl>
                                          </p:spTgt>
                                        </p:tgtEl>
                                        <p:attrNameLst>
                                          <p:attrName>style.visibility</p:attrName>
                                        </p:attrNameLst>
                                      </p:cBhvr>
                                      <p:to>
                                        <p:strVal val="visible"/>
                                      </p:to>
                                    </p:set>
                                    <p:animEffect transition="in" filter="fade">
                                      <p:cBhvr>
                                        <p:cTn id="21" dur="1000"/>
                                        <p:tgtEl>
                                          <p:spTgt spid="4">
                                            <p:txEl>
                                              <p:pRg st="1" end="1"/>
                                            </p:txEl>
                                          </p:spTgt>
                                        </p:tgtEl>
                                      </p:cBhvr>
                                    </p:animEffect>
                                    <p:anim calcmode="lin" valueType="num">
                                      <p:cBhvr>
                                        <p:cTn id="22"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2" end="2"/>
                                            </p:txEl>
                                          </p:spTgt>
                                        </p:tgtEl>
                                        <p:attrNameLst>
                                          <p:attrName>style.visibility</p:attrName>
                                        </p:attrNameLst>
                                      </p:cBhvr>
                                      <p:to>
                                        <p:strVal val="visible"/>
                                      </p:to>
                                    </p:set>
                                    <p:animEffect transition="in" filter="fade">
                                      <p:cBhvr>
                                        <p:cTn id="28" dur="1000"/>
                                        <p:tgtEl>
                                          <p:spTgt spid="4">
                                            <p:txEl>
                                              <p:pRg st="2" end="2"/>
                                            </p:txEl>
                                          </p:spTgt>
                                        </p:tgtEl>
                                      </p:cBhvr>
                                    </p:animEffect>
                                    <p:anim calcmode="lin" valueType="num">
                                      <p:cBhvr>
                                        <p:cTn id="29"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animEffect transition="in" filter="fade">
                                      <p:cBhvr>
                                        <p:cTn id="35" dur="1000"/>
                                        <p:tgtEl>
                                          <p:spTgt spid="4">
                                            <p:txEl>
                                              <p:pRg st="3" end="3"/>
                                            </p:txEl>
                                          </p:spTgt>
                                        </p:tgtEl>
                                      </p:cBhvr>
                                    </p:animEffect>
                                    <p:anim calcmode="lin" valueType="num">
                                      <p:cBhvr>
                                        <p:cTn id="3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fade">
                                      <p:cBhvr>
                                        <p:cTn id="42" dur="1000"/>
                                        <p:tgtEl>
                                          <p:spTgt spid="7"/>
                                        </p:tgtEl>
                                      </p:cBhvr>
                                    </p:animEffect>
                                    <p:anim calcmode="lin" valueType="num">
                                      <p:cBhvr>
                                        <p:cTn id="43" dur="1000" fill="hold"/>
                                        <p:tgtEl>
                                          <p:spTgt spid="7"/>
                                        </p:tgtEl>
                                        <p:attrNameLst>
                                          <p:attrName>ppt_x</p:attrName>
                                        </p:attrNameLst>
                                      </p:cBhvr>
                                      <p:tavLst>
                                        <p:tav tm="0">
                                          <p:val>
                                            <p:strVal val="#ppt_x"/>
                                          </p:val>
                                        </p:tav>
                                        <p:tav tm="100000">
                                          <p:val>
                                            <p:strVal val="#ppt_x"/>
                                          </p:val>
                                        </p:tav>
                                      </p:tavLst>
                                    </p:anim>
                                    <p:anim calcmode="lin" valueType="num">
                                      <p:cBhvr>
                                        <p:cTn id="4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1000"/>
                                        <p:tgtEl>
                                          <p:spTgt spid="8"/>
                                        </p:tgtEl>
                                      </p:cBhvr>
                                    </p:animEffect>
                                    <p:anim calcmode="lin" valueType="num">
                                      <p:cBhvr>
                                        <p:cTn id="50" dur="1000" fill="hold"/>
                                        <p:tgtEl>
                                          <p:spTgt spid="8"/>
                                        </p:tgtEl>
                                        <p:attrNameLst>
                                          <p:attrName>ppt_x</p:attrName>
                                        </p:attrNameLst>
                                      </p:cBhvr>
                                      <p:tavLst>
                                        <p:tav tm="0">
                                          <p:val>
                                            <p:strVal val="#ppt_x"/>
                                          </p:val>
                                        </p:tav>
                                        <p:tav tm="100000">
                                          <p:val>
                                            <p:strVal val="#ppt_x"/>
                                          </p:val>
                                        </p:tav>
                                      </p:tavLst>
                                    </p:anim>
                                    <p:anim calcmode="lin" valueType="num">
                                      <p:cBhvr>
                                        <p:cTn id="5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2" grpId="0"/>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EF58C-138C-55F4-DA77-4C3F06C81A1C}"/>
              </a:ext>
            </a:extLst>
          </p:cNvPr>
          <p:cNvSpPr>
            <a:spLocks noGrp="1"/>
          </p:cNvSpPr>
          <p:nvPr>
            <p:ph type="title"/>
          </p:nvPr>
        </p:nvSpPr>
        <p:spPr>
          <a:xfrm>
            <a:off x="3374796" y="141402"/>
            <a:ext cx="8436204" cy="782425"/>
          </a:xfrm>
        </p:spPr>
        <p:txBody>
          <a:bodyPr rtlCol="0"/>
          <a:lstStyle>
            <a:defPPr>
              <a:defRPr lang="fr-FR"/>
            </a:defPPr>
          </a:lstStyle>
          <a:p>
            <a:pPr rtl="0"/>
            <a:r>
              <a:rPr lang="fr-FR" dirty="0"/>
              <a:t> </a:t>
            </a:r>
            <a:r>
              <a:rPr lang="fr-FR" dirty="0">
                <a:latin typeface="Algerian" panose="04020705040A02060702" pitchFamily="82" charset="0"/>
              </a:rPr>
              <a:t>BOOTSTRAP &amp; CSS</a:t>
            </a:r>
          </a:p>
        </p:txBody>
      </p:sp>
      <p:sp>
        <p:nvSpPr>
          <p:cNvPr id="3" name="Espace réservé du contenu 2">
            <a:extLst>
              <a:ext uri="{FF2B5EF4-FFF2-40B4-BE49-F238E27FC236}">
                <a16:creationId xmlns:a16="http://schemas.microsoft.com/office/drawing/2014/main" id="{9B5DDE7C-335B-FD23-E1E6-CDCB99B7878C}"/>
              </a:ext>
            </a:extLst>
          </p:cNvPr>
          <p:cNvSpPr>
            <a:spLocks noGrp="1"/>
          </p:cNvSpPr>
          <p:nvPr>
            <p:ph idx="15"/>
          </p:nvPr>
        </p:nvSpPr>
        <p:spPr>
          <a:xfrm>
            <a:off x="1166813" y="2652713"/>
            <a:ext cx="4929187" cy="3436937"/>
          </a:xfrm>
        </p:spPr>
        <p:txBody>
          <a:bodyPr rtlCol="0">
            <a:normAutofit/>
          </a:bodyPr>
          <a:lstStyle>
            <a:defPPr>
              <a:defRPr lang="fr-FR"/>
            </a:defPPr>
          </a:lstStyle>
          <a:p>
            <a:pPr marL="342900" indent="-342900" rtl="0">
              <a:lnSpc>
                <a:spcPct val="100000"/>
              </a:lnSpc>
              <a:buFont typeface="Wingdings" panose="05000000000000000000" pitchFamily="2" charset="2"/>
              <a:buChar char="q"/>
            </a:pPr>
            <a:r>
              <a:rPr lang="fr-FR" sz="2400" dirty="0" err="1">
                <a:latin typeface="Times New Roman" panose="02020603050405020304" pitchFamily="18" charset="0"/>
                <a:cs typeface="Times New Roman" panose="02020603050405020304" pitchFamily="18" charset="0"/>
              </a:rPr>
              <a:t>Navbar</a:t>
            </a:r>
            <a:r>
              <a:rPr lang="fr-FR" sz="2400" dirty="0">
                <a:latin typeface="Times New Roman" panose="02020603050405020304" pitchFamily="18" charset="0"/>
                <a:cs typeface="Times New Roman" panose="02020603050405020304" pitchFamily="18" charset="0"/>
              </a:rPr>
              <a:t> responsive</a:t>
            </a:r>
          </a:p>
          <a:p>
            <a:pPr marL="342900" indent="-342900" rtl="0">
              <a:lnSpc>
                <a:spcPct val="100000"/>
              </a:lnSpc>
              <a:buFont typeface="Wingdings" panose="05000000000000000000" pitchFamily="2" charset="2"/>
              <a:buChar char="q"/>
            </a:pPr>
            <a:r>
              <a:rPr lang="fr-FR" sz="2400" dirty="0" err="1">
                <a:latin typeface="Times New Roman" panose="02020603050405020304" pitchFamily="18" charset="0"/>
                <a:cs typeface="Times New Roman" panose="02020603050405020304" pitchFamily="18" charset="0"/>
              </a:rPr>
              <a:t>Cards</a:t>
            </a:r>
            <a:endParaRPr lang="fr-FR" sz="2400" dirty="0">
              <a:latin typeface="Times New Roman" panose="02020603050405020304" pitchFamily="18" charset="0"/>
              <a:cs typeface="Times New Roman" panose="02020603050405020304" pitchFamily="18" charset="0"/>
            </a:endParaRPr>
          </a:p>
          <a:p>
            <a:pPr marL="342900" indent="-342900" rtl="0">
              <a:lnSpc>
                <a:spcPct val="100000"/>
              </a:lnSpc>
              <a:buFont typeface="Wingdings" panose="05000000000000000000" pitchFamily="2" charset="2"/>
              <a:buChar char="q"/>
            </a:pPr>
            <a:r>
              <a:rPr lang="fr-FR" sz="2400" dirty="0" err="1">
                <a:latin typeface="Times New Roman" panose="02020603050405020304" pitchFamily="18" charset="0"/>
                <a:cs typeface="Times New Roman" panose="02020603050405020304" pitchFamily="18" charset="0"/>
              </a:rPr>
              <a:t>Carousel</a:t>
            </a:r>
            <a:endParaRPr lang="fr-FR" sz="2400" dirty="0">
              <a:latin typeface="Times New Roman" panose="02020603050405020304" pitchFamily="18" charset="0"/>
              <a:cs typeface="Times New Roman" panose="02020603050405020304" pitchFamily="18" charset="0"/>
            </a:endParaRPr>
          </a:p>
          <a:p>
            <a:pPr marL="342900" indent="-342900" rtl="0">
              <a:lnSpc>
                <a:spcPct val="100000"/>
              </a:lnSpc>
              <a:buFont typeface="Wingdings" panose="05000000000000000000" pitchFamily="2" charset="2"/>
              <a:buChar char="q"/>
            </a:pPr>
            <a:r>
              <a:rPr lang="fr-FR" sz="2400" dirty="0" err="1">
                <a:latin typeface="Times New Roman" panose="02020603050405020304" pitchFamily="18" charset="0"/>
                <a:cs typeface="Times New Roman" panose="02020603050405020304" pitchFamily="18" charset="0"/>
              </a:rPr>
              <a:t>Accordion</a:t>
            </a:r>
            <a:endParaRPr lang="fr-FR" sz="2400" dirty="0">
              <a:latin typeface="Times New Roman" panose="02020603050405020304" pitchFamily="18" charset="0"/>
              <a:cs typeface="Times New Roman" panose="02020603050405020304" pitchFamily="18" charset="0"/>
            </a:endParaRPr>
          </a:p>
          <a:p>
            <a:pPr marL="342900" indent="-342900" rtl="0">
              <a:lnSpc>
                <a:spcPct val="100000"/>
              </a:lnSpc>
              <a:buFont typeface="Wingdings" panose="05000000000000000000" pitchFamily="2" charset="2"/>
              <a:buChar char="q"/>
            </a:pPr>
            <a:r>
              <a:rPr lang="fr-FR" sz="2400" dirty="0" err="1">
                <a:latin typeface="Times New Roman" panose="02020603050405020304" pitchFamily="18" charset="0"/>
                <a:cs typeface="Times New Roman" panose="02020603050405020304" pitchFamily="18" charset="0"/>
              </a:rPr>
              <a:t>Grid</a:t>
            </a:r>
            <a:r>
              <a:rPr lang="fr-FR" sz="2400" dirty="0">
                <a:latin typeface="Times New Roman" panose="02020603050405020304" pitchFamily="18" charset="0"/>
                <a:cs typeface="Times New Roman" panose="02020603050405020304" pitchFamily="18" charset="0"/>
              </a:rPr>
              <a:t> system</a:t>
            </a:r>
          </a:p>
          <a:p>
            <a:pPr marL="342900" indent="-342900" rtl="0">
              <a:lnSpc>
                <a:spcPct val="100000"/>
              </a:lnSpc>
              <a:buFont typeface="Wingdings" panose="05000000000000000000" pitchFamily="2" charset="2"/>
              <a:buChar char="q"/>
            </a:pPr>
            <a:r>
              <a:rPr lang="fr-FR" sz="2400" dirty="0">
                <a:latin typeface="Times New Roman" panose="02020603050405020304" pitchFamily="18" charset="0"/>
                <a:cs typeface="Times New Roman" panose="02020603050405020304" pitchFamily="18" charset="0"/>
              </a:rPr>
              <a:t>Boutons</a:t>
            </a:r>
          </a:p>
        </p:txBody>
      </p:sp>
      <p:sp>
        <p:nvSpPr>
          <p:cNvPr id="6" name="ZoneTexte 5">
            <a:extLst>
              <a:ext uri="{FF2B5EF4-FFF2-40B4-BE49-F238E27FC236}">
                <a16:creationId xmlns:a16="http://schemas.microsoft.com/office/drawing/2014/main" id="{946DD736-D6E0-A60E-EACA-0304B24C6A66}"/>
              </a:ext>
            </a:extLst>
          </p:cNvPr>
          <p:cNvSpPr txBox="1"/>
          <p:nvPr/>
        </p:nvSpPr>
        <p:spPr>
          <a:xfrm>
            <a:off x="1018096" y="1555423"/>
            <a:ext cx="2516956" cy="523220"/>
          </a:xfrm>
          <a:prstGeom prst="rect">
            <a:avLst/>
          </a:prstGeom>
          <a:noFill/>
        </p:spPr>
        <p:txBody>
          <a:bodyPr wrap="square" rtlCol="0">
            <a:spAutoFit/>
          </a:bodyPr>
          <a:lstStyle/>
          <a:p>
            <a:r>
              <a:rPr lang="fr-FR" sz="2800" b="1" dirty="0">
                <a:solidFill>
                  <a:schemeClr val="tx2"/>
                </a:solidFill>
                <a:latin typeface="Times New Roman" panose="02020603050405020304" pitchFamily="18" charset="0"/>
                <a:cs typeface="Times New Roman" panose="02020603050405020304" pitchFamily="18" charset="0"/>
              </a:rPr>
              <a:t>BOOTSTRAP</a:t>
            </a:r>
            <a:endParaRPr lang="fr-SN" b="1" dirty="0">
              <a:solidFill>
                <a:schemeClr val="tx2"/>
              </a:solidFill>
              <a:latin typeface="Times New Roman" panose="02020603050405020304" pitchFamily="18" charset="0"/>
              <a:cs typeface="Times New Roman" panose="02020603050405020304" pitchFamily="18" charset="0"/>
            </a:endParaRPr>
          </a:p>
        </p:txBody>
      </p:sp>
      <p:sp>
        <p:nvSpPr>
          <p:cNvPr id="7" name="ZoneTexte 6">
            <a:extLst>
              <a:ext uri="{FF2B5EF4-FFF2-40B4-BE49-F238E27FC236}">
                <a16:creationId xmlns:a16="http://schemas.microsoft.com/office/drawing/2014/main" id="{5EB1C6BC-4946-DEEF-0852-4CD9E9336177}"/>
              </a:ext>
            </a:extLst>
          </p:cNvPr>
          <p:cNvSpPr txBox="1"/>
          <p:nvPr/>
        </p:nvSpPr>
        <p:spPr>
          <a:xfrm>
            <a:off x="7154944" y="1555423"/>
            <a:ext cx="3073137" cy="523220"/>
          </a:xfrm>
          <a:prstGeom prst="rect">
            <a:avLst/>
          </a:prstGeom>
          <a:noFill/>
        </p:spPr>
        <p:txBody>
          <a:bodyPr wrap="square" rtlCol="0">
            <a:spAutoFit/>
          </a:bodyPr>
          <a:lstStyle/>
          <a:p>
            <a:r>
              <a:rPr lang="fr-FR" sz="2800" b="1" dirty="0">
                <a:solidFill>
                  <a:schemeClr val="tx2"/>
                </a:solidFill>
                <a:latin typeface="Times New Roman" panose="02020603050405020304" pitchFamily="18" charset="0"/>
                <a:cs typeface="Times New Roman" panose="02020603050405020304" pitchFamily="18" charset="0"/>
              </a:rPr>
              <a:t>CSS personnalisé</a:t>
            </a:r>
            <a:endParaRPr lang="fr-SN" b="1" dirty="0">
              <a:solidFill>
                <a:schemeClr val="tx2"/>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F166C241-E5B0-D3E5-99C8-ACD3EBD07A5E}"/>
              </a:ext>
            </a:extLst>
          </p:cNvPr>
          <p:cNvSpPr txBox="1"/>
          <p:nvPr/>
        </p:nvSpPr>
        <p:spPr>
          <a:xfrm>
            <a:off x="6221692" y="2652713"/>
            <a:ext cx="5970308" cy="2241960"/>
          </a:xfrm>
          <a:prstGeom prst="rect">
            <a:avLst/>
          </a:prstGeom>
          <a:noFill/>
        </p:spPr>
        <p:txBody>
          <a:bodyPr wrap="square" rtlCol="0">
            <a:spAutoFit/>
          </a:bodyPr>
          <a:lstStyle/>
          <a:p>
            <a:pPr marL="457200" indent="-457200">
              <a:lnSpc>
                <a:spcPct val="150000"/>
              </a:lnSpc>
              <a:buFont typeface="Wingdings" panose="05000000000000000000" pitchFamily="2" charset="2"/>
              <a:buChar char="q"/>
            </a:pPr>
            <a:r>
              <a:rPr lang="fr-FR" sz="2400" dirty="0">
                <a:solidFill>
                  <a:schemeClr val="bg1"/>
                </a:solidFill>
                <a:latin typeface="Times New Roman" panose="02020603050405020304" pitchFamily="18" charset="0"/>
                <a:cs typeface="Times New Roman" panose="02020603050405020304" pitchFamily="18" charset="0"/>
              </a:rPr>
              <a:t>Personnalisation des couleurs</a:t>
            </a:r>
          </a:p>
          <a:p>
            <a:pPr marL="457200" indent="-457200">
              <a:lnSpc>
                <a:spcPct val="150000"/>
              </a:lnSpc>
              <a:buFont typeface="Wingdings" panose="05000000000000000000" pitchFamily="2" charset="2"/>
              <a:buChar char="q"/>
            </a:pPr>
            <a:r>
              <a:rPr lang="fr-FR" sz="2400" dirty="0">
                <a:solidFill>
                  <a:schemeClr val="bg1"/>
                </a:solidFill>
                <a:latin typeface="Times New Roman" panose="02020603050405020304" pitchFamily="18" charset="0"/>
                <a:cs typeface="Times New Roman" panose="02020603050405020304" pitchFamily="18" charset="0"/>
              </a:rPr>
              <a:t>Animations </a:t>
            </a:r>
          </a:p>
          <a:p>
            <a:pPr marL="457200" indent="-457200">
              <a:lnSpc>
                <a:spcPct val="150000"/>
              </a:lnSpc>
              <a:buFont typeface="Wingdings" panose="05000000000000000000" pitchFamily="2" charset="2"/>
              <a:buChar char="q"/>
            </a:pPr>
            <a:r>
              <a:rPr lang="fr-FR" sz="2400" dirty="0">
                <a:solidFill>
                  <a:schemeClr val="bg1"/>
                </a:solidFill>
                <a:latin typeface="Times New Roman" panose="02020603050405020304" pitchFamily="18" charset="0"/>
                <a:cs typeface="Times New Roman" panose="02020603050405020304" pitchFamily="18" charset="0"/>
              </a:rPr>
              <a:t>Effets visuels</a:t>
            </a:r>
          </a:p>
          <a:p>
            <a:pPr marL="457200" indent="-457200">
              <a:lnSpc>
                <a:spcPct val="150000"/>
              </a:lnSpc>
              <a:buFont typeface="Wingdings" panose="05000000000000000000" pitchFamily="2" charset="2"/>
              <a:buChar char="q"/>
            </a:pPr>
            <a:r>
              <a:rPr lang="fr-FR" sz="2400" dirty="0">
                <a:solidFill>
                  <a:schemeClr val="bg1"/>
                </a:solidFill>
                <a:latin typeface="Times New Roman" panose="02020603050405020304" pitchFamily="18" charset="0"/>
                <a:cs typeface="Times New Roman" panose="02020603050405020304" pitchFamily="18" charset="0"/>
              </a:rPr>
              <a:t>Mise en page</a:t>
            </a:r>
            <a:endParaRPr lang="fr-S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264958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prestig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gtEl>
                                        <p:attrNameLst>
                                          <p:attrName>style.visibility</p:attrName>
                                        </p:attrNameLst>
                                      </p:cBhvr>
                                      <p:to>
                                        <p:strVal val="visible"/>
                                      </p:to>
                                    </p:set>
                                    <p:animEffect transition="in" filter="fade">
                                      <p:cBhvr>
                                        <p:cTn id="56" dur="1000"/>
                                        <p:tgtEl>
                                          <p:spTgt spid="7"/>
                                        </p:tgtEl>
                                      </p:cBhvr>
                                    </p:animEffect>
                                    <p:anim calcmode="lin" valueType="num">
                                      <p:cBhvr>
                                        <p:cTn id="57" dur="1000" fill="hold"/>
                                        <p:tgtEl>
                                          <p:spTgt spid="7"/>
                                        </p:tgtEl>
                                        <p:attrNameLst>
                                          <p:attrName>ppt_x</p:attrName>
                                        </p:attrNameLst>
                                      </p:cBhvr>
                                      <p:tavLst>
                                        <p:tav tm="0">
                                          <p:val>
                                            <p:strVal val="#ppt_x"/>
                                          </p:val>
                                        </p:tav>
                                        <p:tav tm="100000">
                                          <p:val>
                                            <p:strVal val="#ppt_x"/>
                                          </p:val>
                                        </p:tav>
                                      </p:tavLst>
                                    </p:anim>
                                    <p:anim calcmode="lin" valueType="num">
                                      <p:cBhvr>
                                        <p:cTn id="5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8"/>
                                        </p:tgtEl>
                                        <p:attrNameLst>
                                          <p:attrName>style.visibility</p:attrName>
                                        </p:attrNameLst>
                                      </p:cBhvr>
                                      <p:to>
                                        <p:strVal val="visible"/>
                                      </p:to>
                                    </p:set>
                                    <p:animEffect transition="in" filter="fade">
                                      <p:cBhvr>
                                        <p:cTn id="63" dur="1000"/>
                                        <p:tgtEl>
                                          <p:spTgt spid="8"/>
                                        </p:tgtEl>
                                      </p:cBhvr>
                                    </p:animEffect>
                                    <p:anim calcmode="lin" valueType="num">
                                      <p:cBhvr>
                                        <p:cTn id="64" dur="1000" fill="hold"/>
                                        <p:tgtEl>
                                          <p:spTgt spid="8"/>
                                        </p:tgtEl>
                                        <p:attrNameLst>
                                          <p:attrName>ppt_x</p:attrName>
                                        </p:attrNameLst>
                                      </p:cBhvr>
                                      <p:tavLst>
                                        <p:tav tm="0">
                                          <p:val>
                                            <p:strVal val="#ppt_x"/>
                                          </p:val>
                                        </p:tav>
                                        <p:tav tm="100000">
                                          <p:val>
                                            <p:strVal val="#ppt_x"/>
                                          </p:val>
                                        </p:tav>
                                      </p:tavLst>
                                    </p:anim>
                                    <p:anim calcmode="lin" valueType="num">
                                      <p:cBhvr>
                                        <p:cTn id="6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FE02FA0-5805-E9D5-E5A1-5B4B485CB096}"/>
              </a:ext>
            </a:extLst>
          </p:cNvPr>
          <p:cNvSpPr>
            <a:spLocks noGrp="1"/>
          </p:cNvSpPr>
          <p:nvPr>
            <p:ph type="title"/>
          </p:nvPr>
        </p:nvSpPr>
        <p:spPr>
          <a:xfrm>
            <a:off x="3994028" y="0"/>
            <a:ext cx="6866103" cy="708780"/>
          </a:xfrm>
        </p:spPr>
        <p:txBody>
          <a:bodyPr rtlCol="0"/>
          <a:lstStyle>
            <a:defPPr>
              <a:defRPr lang="fr-FR"/>
            </a:defPPr>
          </a:lstStyle>
          <a:p>
            <a:pPr rtl="0"/>
            <a:r>
              <a:rPr lang="fr-FR" dirty="0">
                <a:solidFill>
                  <a:schemeClr val="accent1"/>
                </a:solidFill>
                <a:latin typeface="Algerian" panose="04020705040A02060702" pitchFamily="82" charset="0"/>
              </a:rPr>
              <a:t>GitHub</a:t>
            </a:r>
          </a:p>
        </p:txBody>
      </p:sp>
      <p:sp>
        <p:nvSpPr>
          <p:cNvPr id="4" name="Espace réservé du contenu 3">
            <a:extLst>
              <a:ext uri="{FF2B5EF4-FFF2-40B4-BE49-F238E27FC236}">
                <a16:creationId xmlns:a16="http://schemas.microsoft.com/office/drawing/2014/main" id="{EAE9A705-E123-1C6C-EC93-CEE377B741CC}"/>
              </a:ext>
            </a:extLst>
          </p:cNvPr>
          <p:cNvSpPr>
            <a:spLocks noGrp="1"/>
          </p:cNvSpPr>
          <p:nvPr>
            <p:ph idx="10"/>
          </p:nvPr>
        </p:nvSpPr>
        <p:spPr>
          <a:xfrm>
            <a:off x="0" y="989815"/>
            <a:ext cx="6476214" cy="3478492"/>
          </a:xfrm>
        </p:spPr>
        <p:txBody>
          <a:bodyPr rtlCol="0"/>
          <a:lstStyle>
            <a:defPPr>
              <a:defRPr lang="fr-FR"/>
            </a:defPPr>
          </a:lstStyle>
          <a:p>
            <a:pPr marL="342900" indent="-342900" rtl="0">
              <a:lnSpc>
                <a:spcPct val="150000"/>
              </a:lnSpc>
              <a:buFont typeface="Wingdings" panose="05000000000000000000" pitchFamily="2" charset="2"/>
              <a:buChar char="Ø"/>
            </a:pPr>
            <a:r>
              <a:rPr lang="fr-FR" sz="2400" dirty="0">
                <a:solidFill>
                  <a:schemeClr val="tx2"/>
                </a:solidFill>
                <a:latin typeface="Times New Roman" panose="02020603050405020304" pitchFamily="18" charset="0"/>
                <a:cs typeface="Times New Roman" panose="02020603050405020304" pitchFamily="18" charset="0"/>
              </a:rPr>
              <a:t>Utilisation de Git pour suivre les modifications</a:t>
            </a:r>
          </a:p>
          <a:p>
            <a:pPr marL="342900" indent="-342900" rtl="0">
              <a:lnSpc>
                <a:spcPct val="150000"/>
              </a:lnSpc>
              <a:buFont typeface="Wingdings" panose="05000000000000000000" pitchFamily="2" charset="2"/>
              <a:buChar char="Ø"/>
            </a:pPr>
            <a:r>
              <a:rPr lang="fr-FR" sz="2400" dirty="0">
                <a:solidFill>
                  <a:schemeClr val="tx2"/>
                </a:solidFill>
                <a:latin typeface="Times New Roman" panose="02020603050405020304" pitchFamily="18" charset="0"/>
                <a:cs typeface="Times New Roman" panose="02020603050405020304" pitchFamily="18" charset="0"/>
              </a:rPr>
              <a:t>Réalisation des </a:t>
            </a:r>
            <a:r>
              <a:rPr lang="fr-FR" sz="2400" dirty="0" err="1">
                <a:solidFill>
                  <a:schemeClr val="tx2"/>
                </a:solidFill>
                <a:latin typeface="Times New Roman" panose="02020603050405020304" pitchFamily="18" charset="0"/>
                <a:cs typeface="Times New Roman" panose="02020603050405020304" pitchFamily="18" charset="0"/>
              </a:rPr>
              <a:t>commits</a:t>
            </a:r>
            <a:r>
              <a:rPr lang="fr-FR" sz="2400" dirty="0">
                <a:solidFill>
                  <a:schemeClr val="tx2"/>
                </a:solidFill>
                <a:latin typeface="Times New Roman" panose="02020603050405020304" pitchFamily="18" charset="0"/>
                <a:cs typeface="Times New Roman" panose="02020603050405020304" pitchFamily="18" charset="0"/>
              </a:rPr>
              <a:t> étape par étape</a:t>
            </a:r>
          </a:p>
          <a:p>
            <a:pPr marL="342900" indent="-342900" rtl="0">
              <a:lnSpc>
                <a:spcPct val="150000"/>
              </a:lnSpc>
              <a:buFont typeface="Wingdings" panose="05000000000000000000" pitchFamily="2" charset="2"/>
              <a:buChar char="Ø"/>
            </a:pPr>
            <a:r>
              <a:rPr lang="fr-FR" sz="2400" dirty="0">
                <a:solidFill>
                  <a:schemeClr val="tx2"/>
                </a:solidFill>
                <a:latin typeface="Times New Roman" panose="02020603050405020304" pitchFamily="18" charset="0"/>
                <a:cs typeface="Times New Roman" panose="02020603050405020304" pitchFamily="18" charset="0"/>
              </a:rPr>
              <a:t>Hébergement du site avec GitHub pages</a:t>
            </a:r>
          </a:p>
        </p:txBody>
      </p:sp>
      <p:sp>
        <p:nvSpPr>
          <p:cNvPr id="7" name="Rectangle 6">
            <a:extLst>
              <a:ext uri="{FF2B5EF4-FFF2-40B4-BE49-F238E27FC236}">
                <a16:creationId xmlns:a16="http://schemas.microsoft.com/office/drawing/2014/main" id="{0BE79F52-0368-602F-78A7-1FACCD8D9A0B}"/>
              </a:ext>
            </a:extLst>
          </p:cNvPr>
          <p:cNvSpPr/>
          <p:nvPr/>
        </p:nvSpPr>
        <p:spPr>
          <a:xfrm>
            <a:off x="6476213" y="1593129"/>
            <a:ext cx="4383917" cy="498828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SN"/>
          </a:p>
        </p:txBody>
      </p:sp>
      <p:pic>
        <p:nvPicPr>
          <p:cNvPr id="9" name="Image 8">
            <a:extLst>
              <a:ext uri="{FF2B5EF4-FFF2-40B4-BE49-F238E27FC236}">
                <a16:creationId xmlns:a16="http://schemas.microsoft.com/office/drawing/2014/main" id="{D6414313-8458-B9E5-BC7E-3AB4F91081BD}"/>
              </a:ext>
            </a:extLst>
          </p:cNvPr>
          <p:cNvPicPr>
            <a:picLocks noChangeAspect="1"/>
          </p:cNvPicPr>
          <p:nvPr/>
        </p:nvPicPr>
        <p:blipFill>
          <a:blip r:embed="rId3"/>
          <a:stretch>
            <a:fillRect/>
          </a:stretch>
        </p:blipFill>
        <p:spPr>
          <a:xfrm>
            <a:off x="6476212" y="1593127"/>
            <a:ext cx="4383918" cy="4988290"/>
          </a:xfrm>
          <a:prstGeom prst="rect">
            <a:avLst/>
          </a:prstGeom>
        </p:spPr>
      </p:pic>
      <p:sp>
        <p:nvSpPr>
          <p:cNvPr id="10" name="Vague 9">
            <a:extLst>
              <a:ext uri="{FF2B5EF4-FFF2-40B4-BE49-F238E27FC236}">
                <a16:creationId xmlns:a16="http://schemas.microsoft.com/office/drawing/2014/main" id="{DE5A7071-8671-016A-475A-D5F1E915905E}"/>
              </a:ext>
            </a:extLst>
          </p:cNvPr>
          <p:cNvSpPr/>
          <p:nvPr/>
        </p:nvSpPr>
        <p:spPr>
          <a:xfrm>
            <a:off x="188536" y="4977353"/>
            <a:ext cx="5907464" cy="1008668"/>
          </a:xfrm>
          <a:prstGeom prst="wav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SN" b="1" u="sng" dirty="0">
                <a:hlinkClick r:id="rId4"/>
              </a:rPr>
              <a:t>https://assmalick685.github.io/NGUIRANE-ELHADJI-AfriTalent/</a:t>
            </a:r>
            <a:endParaRPr lang="fr-SN" dirty="0"/>
          </a:p>
        </p:txBody>
      </p:sp>
      <p:sp>
        <p:nvSpPr>
          <p:cNvPr id="11" name="ZoneTexte 10">
            <a:extLst>
              <a:ext uri="{FF2B5EF4-FFF2-40B4-BE49-F238E27FC236}">
                <a16:creationId xmlns:a16="http://schemas.microsoft.com/office/drawing/2014/main" id="{3D4A33AC-B5B9-7B5D-3B02-941D294B5102}"/>
              </a:ext>
            </a:extLst>
          </p:cNvPr>
          <p:cNvSpPr txBox="1"/>
          <p:nvPr/>
        </p:nvSpPr>
        <p:spPr>
          <a:xfrm>
            <a:off x="188536" y="4468307"/>
            <a:ext cx="6089716" cy="400110"/>
          </a:xfrm>
          <a:prstGeom prst="rect">
            <a:avLst/>
          </a:prstGeom>
          <a:noFill/>
        </p:spPr>
        <p:txBody>
          <a:bodyPr wrap="square" rtlCol="0">
            <a:spAutoFit/>
          </a:bodyPr>
          <a:lstStyle/>
          <a:p>
            <a:r>
              <a:rPr lang="fr-FR" sz="2000" dirty="0">
                <a:solidFill>
                  <a:schemeClr val="tx2"/>
                </a:solidFill>
                <a:latin typeface="Times New Roman" panose="02020603050405020304" pitchFamily="18" charset="0"/>
                <a:cs typeface="Times New Roman" panose="02020603050405020304" pitchFamily="18" charset="0"/>
              </a:rPr>
              <a:t>Cliquez ci-dessous pour accéder à mon site web</a:t>
            </a:r>
            <a:endParaRPr lang="fr-SN" sz="200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791553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DC00FF-6B42-7D84-7831-AACC4E189E93}"/>
              </a:ext>
            </a:extLst>
          </p:cNvPr>
          <p:cNvSpPr>
            <a:spLocks noGrp="1"/>
          </p:cNvSpPr>
          <p:nvPr>
            <p:ph type="title"/>
          </p:nvPr>
        </p:nvSpPr>
        <p:spPr>
          <a:xfrm>
            <a:off x="2196445" y="94269"/>
            <a:ext cx="9296643" cy="674081"/>
          </a:xfrm>
        </p:spPr>
        <p:txBody>
          <a:bodyPr rtlCol="0"/>
          <a:lstStyle>
            <a:defPPr>
              <a:defRPr lang="fr-FR"/>
            </a:defPPr>
          </a:lstStyle>
          <a:p>
            <a:pPr rtl="0"/>
            <a:r>
              <a:rPr lang="fr-FR" dirty="0">
                <a:latin typeface="Algerian" panose="04020705040A02060702" pitchFamily="82" charset="0"/>
              </a:rPr>
              <a:t>DIFFICULTES RENCONTREES</a:t>
            </a:r>
          </a:p>
        </p:txBody>
      </p:sp>
      <p:sp>
        <p:nvSpPr>
          <p:cNvPr id="4" name="Espace réservé du contenu 3">
            <a:extLst>
              <a:ext uri="{FF2B5EF4-FFF2-40B4-BE49-F238E27FC236}">
                <a16:creationId xmlns:a16="http://schemas.microsoft.com/office/drawing/2014/main" id="{DE5C7B5A-A5C3-15D4-DF71-B692D28942FC}"/>
              </a:ext>
            </a:extLst>
          </p:cNvPr>
          <p:cNvSpPr>
            <a:spLocks noGrp="1"/>
          </p:cNvSpPr>
          <p:nvPr>
            <p:ph idx="15"/>
          </p:nvPr>
        </p:nvSpPr>
        <p:spPr>
          <a:xfrm>
            <a:off x="942680" y="914400"/>
            <a:ext cx="10550820" cy="5175250"/>
          </a:xfrm>
        </p:spPr>
        <p:txBody>
          <a:bodyPr rtlCol="0">
            <a:normAutofit/>
          </a:bodyPr>
          <a:lstStyle>
            <a:defPPr>
              <a:defRPr lang="fr-FR"/>
            </a:defPPr>
          </a:lstStyle>
          <a:p>
            <a:pPr marL="0" indent="0" rtl="0">
              <a:buNone/>
            </a:pPr>
            <a:r>
              <a:rPr lang="fr-FR" sz="2400" b="1" dirty="0">
                <a:solidFill>
                  <a:schemeClr val="tx2"/>
                </a:solidFill>
                <a:latin typeface="Times New Roman" panose="02020603050405020304" pitchFamily="18" charset="0"/>
                <a:cs typeface="Times New Roman" panose="02020603050405020304" pitchFamily="18" charset="0"/>
              </a:rPr>
              <a:t>Difficulté 1</a:t>
            </a:r>
          </a:p>
          <a:p>
            <a:pPr rtl="0">
              <a:buFont typeface="Wingdings" panose="05000000000000000000" pitchFamily="2" charset="2"/>
              <a:buChar char="q"/>
            </a:pPr>
            <a:r>
              <a:rPr lang="fr-FR" sz="2400" b="1" dirty="0">
                <a:solidFill>
                  <a:schemeClr val="tx2"/>
                </a:solidFill>
                <a:latin typeface="Times New Roman" panose="02020603050405020304" pitchFamily="18" charset="0"/>
                <a:cs typeface="Times New Roman" panose="02020603050405020304" pitchFamily="18" charset="0"/>
              </a:rPr>
              <a:t>Validation du formulaire JavaScript (erreurs d’identifiants et de logique).</a:t>
            </a:r>
          </a:p>
          <a:p>
            <a:pPr marL="0" indent="0" rtl="0">
              <a:buNone/>
            </a:pPr>
            <a:r>
              <a:rPr lang="fr-FR" sz="2400" b="1" dirty="0">
                <a:solidFill>
                  <a:schemeClr val="accent1"/>
                </a:solidFill>
                <a:latin typeface="Times New Roman" panose="02020603050405020304" pitchFamily="18" charset="0"/>
                <a:cs typeface="Times New Roman" panose="02020603050405020304" pitchFamily="18" charset="0"/>
              </a:rPr>
              <a:t>Solution</a:t>
            </a:r>
            <a:r>
              <a:rPr lang="fr-FR" sz="2400" b="1" dirty="0">
                <a:latin typeface="Times New Roman" panose="02020603050405020304" pitchFamily="18" charset="0"/>
                <a:cs typeface="Times New Roman" panose="02020603050405020304" pitchFamily="18" charset="0"/>
              </a:rPr>
              <a:t> :</a:t>
            </a:r>
          </a:p>
          <a:p>
            <a:pPr rtl="0">
              <a:buFont typeface="Wingdings" panose="05000000000000000000" pitchFamily="2" charset="2"/>
              <a:buChar char="Ø"/>
            </a:pPr>
            <a:r>
              <a:rPr lang="fr-FR" sz="2400" b="1" dirty="0">
                <a:solidFill>
                  <a:schemeClr val="tx2"/>
                </a:solidFill>
                <a:latin typeface="Times New Roman" panose="02020603050405020304" pitchFamily="18" charset="0"/>
                <a:cs typeface="Times New Roman" panose="02020603050405020304" pitchFamily="18" charset="0"/>
              </a:rPr>
              <a:t>Correction des identifiants HTML et des conditions de validation.</a:t>
            </a:r>
          </a:p>
          <a:p>
            <a:pPr marL="0" indent="0" rtl="0">
              <a:buNone/>
            </a:pPr>
            <a:endParaRPr lang="fr-FR" sz="2400" b="1" dirty="0">
              <a:latin typeface="Times New Roman" panose="02020603050405020304" pitchFamily="18" charset="0"/>
              <a:cs typeface="Times New Roman" panose="02020603050405020304" pitchFamily="18" charset="0"/>
            </a:endParaRPr>
          </a:p>
          <a:p>
            <a:pPr marL="0" indent="0" rtl="0">
              <a:buNone/>
            </a:pPr>
            <a:r>
              <a:rPr lang="fr-FR" sz="2400" b="1" dirty="0">
                <a:latin typeface="Times New Roman" panose="02020603050405020304" pitchFamily="18" charset="0"/>
                <a:cs typeface="Times New Roman" panose="02020603050405020304" pitchFamily="18" charset="0"/>
              </a:rPr>
              <a:t>Difficulté 2</a:t>
            </a:r>
          </a:p>
          <a:p>
            <a:pPr rtl="0">
              <a:buFont typeface="Courier New" panose="02070309020205020404" pitchFamily="49" charset="0"/>
              <a:buChar char="o"/>
            </a:pPr>
            <a:r>
              <a:rPr lang="fr-FR" sz="2400" b="1" dirty="0">
                <a:solidFill>
                  <a:schemeClr val="tx2"/>
                </a:solidFill>
                <a:latin typeface="Times New Roman" panose="02020603050405020304" pitchFamily="18" charset="0"/>
                <a:cs typeface="Times New Roman" panose="02020603050405020304" pitchFamily="18" charset="0"/>
              </a:rPr>
              <a:t>Problèmes de chemins pour Bootstrap et certaines images.</a:t>
            </a:r>
          </a:p>
          <a:p>
            <a:pPr marL="0" indent="0" rtl="0">
              <a:buNone/>
            </a:pPr>
            <a:r>
              <a:rPr lang="fr-FR" sz="2400" b="1" dirty="0">
                <a:solidFill>
                  <a:schemeClr val="accent1"/>
                </a:solidFill>
                <a:latin typeface="Times New Roman" panose="02020603050405020304" pitchFamily="18" charset="0"/>
                <a:cs typeface="Times New Roman" panose="02020603050405020304" pitchFamily="18" charset="0"/>
              </a:rPr>
              <a:t>Solution :</a:t>
            </a:r>
          </a:p>
          <a:p>
            <a:pPr rtl="0">
              <a:buFont typeface="Wingdings" panose="05000000000000000000" pitchFamily="2" charset="2"/>
              <a:buChar char="ü"/>
            </a:pPr>
            <a:r>
              <a:rPr lang="fr-FR" sz="2400" b="1" dirty="0">
                <a:solidFill>
                  <a:schemeClr val="tx2"/>
                </a:solidFill>
                <a:latin typeface="Times New Roman" panose="02020603050405020304" pitchFamily="18" charset="0"/>
                <a:cs typeface="Times New Roman" panose="02020603050405020304" pitchFamily="18" charset="0"/>
              </a:rPr>
              <a:t>Vérification et correction des chemins des fichiers.</a:t>
            </a:r>
          </a:p>
        </p:txBody>
      </p:sp>
    </p:spTree>
    <p:extLst>
      <p:ext uri="{BB962C8B-B14F-4D97-AF65-F5344CB8AC3E}">
        <p14:creationId xmlns:p14="http://schemas.microsoft.com/office/powerpoint/2010/main" val="853261029"/>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1000"/>
                                        <p:tgtEl>
                                          <p:spTgt spid="4">
                                            <p:txEl>
                                              <p:pRg st="5" end="5"/>
                                            </p:txEl>
                                          </p:spTgt>
                                        </p:tgtEl>
                                      </p:cBhvr>
                                    </p:animEffect>
                                    <p:anim calcmode="lin" valueType="num">
                                      <p:cBhvr>
                                        <p:cTn id="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1000"/>
                                        <p:tgtEl>
                                          <p:spTgt spid="4">
                                            <p:txEl>
                                              <p:pRg st="6" end="6"/>
                                            </p:txEl>
                                          </p:spTgt>
                                        </p:tgtEl>
                                      </p:cBhvr>
                                    </p:animEffect>
                                    <p:anim calcmode="lin" valueType="num">
                                      <p:cBhvr>
                                        <p:cTn id="4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4">
                                            <p:txEl>
                                              <p:pRg st="7" end="7"/>
                                            </p:txEl>
                                          </p:spTgt>
                                        </p:tgtEl>
                                        <p:attrNameLst>
                                          <p:attrName>style.visibility</p:attrName>
                                        </p:attrNameLst>
                                      </p:cBhvr>
                                      <p:to>
                                        <p:strVal val="visible"/>
                                      </p:to>
                                    </p:set>
                                    <p:animEffect transition="in" filter="fade">
                                      <p:cBhvr>
                                        <p:cTn id="49" dur="1000"/>
                                        <p:tgtEl>
                                          <p:spTgt spid="4">
                                            <p:txEl>
                                              <p:pRg st="7" end="7"/>
                                            </p:txEl>
                                          </p:spTgt>
                                        </p:tgtEl>
                                      </p:cBhvr>
                                    </p:animEffect>
                                    <p:anim calcmode="lin" valueType="num">
                                      <p:cBhvr>
                                        <p:cTn id="50"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4">
                                            <p:txEl>
                                              <p:pRg st="8" end="8"/>
                                            </p:txEl>
                                          </p:spTgt>
                                        </p:tgtEl>
                                        <p:attrNameLst>
                                          <p:attrName>style.visibility</p:attrName>
                                        </p:attrNameLst>
                                      </p:cBhvr>
                                      <p:to>
                                        <p:strVal val="visible"/>
                                      </p:to>
                                    </p:set>
                                    <p:animEffect transition="in" filter="fade">
                                      <p:cBhvr>
                                        <p:cTn id="56" dur="1000"/>
                                        <p:tgtEl>
                                          <p:spTgt spid="4">
                                            <p:txEl>
                                              <p:pRg st="8" end="8"/>
                                            </p:txEl>
                                          </p:spTgt>
                                        </p:tgtEl>
                                      </p:cBhvr>
                                    </p:animEffect>
                                    <p:anim calcmode="lin" valueType="num">
                                      <p:cBhvr>
                                        <p:cTn id="57"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B00786E-306F-FA21-4F87-81A032C68696}"/>
              </a:ext>
            </a:extLst>
          </p:cNvPr>
          <p:cNvSpPr>
            <a:spLocks noGrp="1"/>
          </p:cNvSpPr>
          <p:nvPr>
            <p:ph type="title"/>
          </p:nvPr>
        </p:nvSpPr>
        <p:spPr>
          <a:xfrm>
            <a:off x="0" y="136525"/>
            <a:ext cx="11632676" cy="890997"/>
          </a:xfrm>
        </p:spPr>
        <p:txBody>
          <a:bodyPr rtlCol="0"/>
          <a:lstStyle>
            <a:defPPr>
              <a:defRPr lang="fr-FR"/>
            </a:defPPr>
          </a:lstStyle>
          <a:p>
            <a:pPr rtl="0"/>
            <a:r>
              <a:rPr lang="fr-FR" dirty="0">
                <a:latin typeface="Algerian" panose="04020705040A02060702" pitchFamily="82" charset="0"/>
              </a:rPr>
              <a:t>Ressources et documentation utilisées</a:t>
            </a:r>
          </a:p>
        </p:txBody>
      </p:sp>
      <p:sp>
        <p:nvSpPr>
          <p:cNvPr id="6" name="ZoneTexte 5">
            <a:extLst>
              <a:ext uri="{FF2B5EF4-FFF2-40B4-BE49-F238E27FC236}">
                <a16:creationId xmlns:a16="http://schemas.microsoft.com/office/drawing/2014/main" id="{B6A90841-AD9A-CEC1-FDBE-532874D81BD5}"/>
              </a:ext>
            </a:extLst>
          </p:cNvPr>
          <p:cNvSpPr txBox="1"/>
          <p:nvPr/>
        </p:nvSpPr>
        <p:spPr>
          <a:xfrm>
            <a:off x="1583703" y="1329179"/>
            <a:ext cx="5712643" cy="5185522"/>
          </a:xfrm>
          <a:prstGeom prst="rect">
            <a:avLst/>
          </a:prstGeom>
          <a:noFill/>
        </p:spPr>
        <p:txBody>
          <a:bodyPr wrap="square" rtlCol="0">
            <a:spAutoFit/>
          </a:bodyPr>
          <a:lstStyle/>
          <a:p>
            <a:pPr marL="457200" indent="-457200">
              <a:lnSpc>
                <a:spcPct val="150000"/>
              </a:lnSpc>
              <a:buFont typeface="Wingdings" panose="05000000000000000000" pitchFamily="2" charset="2"/>
              <a:buChar char="v"/>
            </a:pPr>
            <a:r>
              <a:rPr lang="fr-FR" sz="2800" dirty="0">
                <a:solidFill>
                  <a:schemeClr val="accent1"/>
                </a:solidFill>
                <a:latin typeface="Times New Roman" panose="02020603050405020304" pitchFamily="18" charset="0"/>
                <a:cs typeface="Times New Roman" panose="02020603050405020304" pitchFamily="18" charset="0"/>
              </a:rPr>
              <a:t>Documentation HTML</a:t>
            </a:r>
          </a:p>
          <a:p>
            <a:pPr marL="457200" indent="-457200">
              <a:lnSpc>
                <a:spcPct val="150000"/>
              </a:lnSpc>
              <a:buFont typeface="Wingdings" panose="05000000000000000000" pitchFamily="2" charset="2"/>
              <a:buChar char="v"/>
            </a:pPr>
            <a:r>
              <a:rPr lang="fr-FR" sz="2800" dirty="0">
                <a:solidFill>
                  <a:schemeClr val="accent1"/>
                </a:solidFill>
                <a:latin typeface="Times New Roman" panose="02020603050405020304" pitchFamily="18" charset="0"/>
                <a:cs typeface="Times New Roman" panose="02020603050405020304" pitchFamily="18" charset="0"/>
              </a:rPr>
              <a:t>Documentation CSS</a:t>
            </a:r>
            <a:endParaRPr lang="fr-SN" sz="2800" dirty="0">
              <a:solidFill>
                <a:schemeClr val="accent1"/>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v"/>
            </a:pPr>
            <a:r>
              <a:rPr lang="fr-FR" sz="2800" dirty="0">
                <a:solidFill>
                  <a:schemeClr val="accent1"/>
                </a:solidFill>
                <a:latin typeface="Times New Roman" panose="02020603050405020304" pitchFamily="18" charset="0"/>
                <a:cs typeface="Times New Roman" panose="02020603050405020304" pitchFamily="18" charset="0"/>
              </a:rPr>
              <a:t>Documentation JavaScript</a:t>
            </a:r>
          </a:p>
          <a:p>
            <a:pPr marL="457200" indent="-457200">
              <a:lnSpc>
                <a:spcPct val="150000"/>
              </a:lnSpc>
              <a:buFont typeface="Wingdings" panose="05000000000000000000" pitchFamily="2" charset="2"/>
              <a:buChar char="v"/>
            </a:pPr>
            <a:r>
              <a:rPr lang="fr-FR" sz="2800" dirty="0">
                <a:solidFill>
                  <a:schemeClr val="accent1"/>
                </a:solidFill>
                <a:latin typeface="Times New Roman" panose="02020603050405020304" pitchFamily="18" charset="0"/>
                <a:cs typeface="Times New Roman" panose="02020603050405020304" pitchFamily="18" charset="0"/>
              </a:rPr>
              <a:t>Documentation BOOTSTRAP</a:t>
            </a:r>
          </a:p>
          <a:p>
            <a:pPr marL="457200" indent="-457200">
              <a:lnSpc>
                <a:spcPct val="150000"/>
              </a:lnSpc>
              <a:buFont typeface="Wingdings" panose="05000000000000000000" pitchFamily="2" charset="2"/>
              <a:buChar char="v"/>
            </a:pPr>
            <a:r>
              <a:rPr lang="fr-FR" sz="2800" dirty="0">
                <a:solidFill>
                  <a:schemeClr val="accent1"/>
                </a:solidFill>
                <a:latin typeface="Times New Roman" panose="02020603050405020304" pitchFamily="18" charset="0"/>
                <a:cs typeface="Times New Roman" panose="02020603050405020304" pitchFamily="18" charset="0"/>
              </a:rPr>
              <a:t>GitHub</a:t>
            </a:r>
          </a:p>
          <a:p>
            <a:pPr marL="457200" indent="-457200">
              <a:lnSpc>
                <a:spcPct val="150000"/>
              </a:lnSpc>
              <a:buFont typeface="Wingdings" panose="05000000000000000000" pitchFamily="2" charset="2"/>
              <a:buChar char="v"/>
            </a:pPr>
            <a:r>
              <a:rPr lang="fr-FR" sz="2800" dirty="0">
                <a:solidFill>
                  <a:schemeClr val="accent1"/>
                </a:solidFill>
                <a:latin typeface="Times New Roman" panose="02020603050405020304" pitchFamily="18" charset="0"/>
                <a:cs typeface="Times New Roman" panose="02020603050405020304" pitchFamily="18" charset="0"/>
              </a:rPr>
              <a:t>Visual Studio Code</a:t>
            </a:r>
            <a:endParaRPr lang="fr-SN" sz="2800" dirty="0">
              <a:solidFill>
                <a:schemeClr val="accent1"/>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v"/>
            </a:pPr>
            <a:endParaRPr lang="fr-SN" sz="2800" dirty="0">
              <a:solidFill>
                <a:schemeClr val="accent1"/>
              </a:solidFill>
              <a:latin typeface="Times New Roman" panose="02020603050405020304" pitchFamily="18" charset="0"/>
              <a:cs typeface="Times New Roman" panose="02020603050405020304" pitchFamily="18" charset="0"/>
            </a:endParaRPr>
          </a:p>
          <a:p>
            <a:pPr marL="457200" indent="-457200">
              <a:lnSpc>
                <a:spcPct val="150000"/>
              </a:lnSpc>
              <a:buFont typeface="Wingdings" panose="05000000000000000000" pitchFamily="2" charset="2"/>
              <a:buChar char="v"/>
            </a:pPr>
            <a:endParaRPr lang="fr-SN" sz="2800"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81633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B5E1FBA-1171-5FC0-794A-50FA22613156}"/>
              </a:ext>
            </a:extLst>
          </p:cNvPr>
          <p:cNvSpPr>
            <a:spLocks noGrp="1"/>
          </p:cNvSpPr>
          <p:nvPr>
            <p:ph type="title"/>
          </p:nvPr>
        </p:nvSpPr>
        <p:spPr>
          <a:xfrm>
            <a:off x="3497344" y="136527"/>
            <a:ext cx="7449331" cy="711886"/>
          </a:xfrm>
        </p:spPr>
        <p:txBody>
          <a:bodyPr/>
          <a:lstStyle/>
          <a:p>
            <a:r>
              <a:rPr lang="fr-FR" dirty="0">
                <a:solidFill>
                  <a:schemeClr val="accent1"/>
                </a:solidFill>
                <a:latin typeface="Algerian" panose="04020705040A02060702" pitchFamily="82" charset="0"/>
              </a:rPr>
              <a:t>DEMONSTRATION</a:t>
            </a:r>
            <a:endParaRPr lang="fr-SN" dirty="0">
              <a:solidFill>
                <a:schemeClr val="accent1"/>
              </a:solidFill>
              <a:latin typeface="Algerian" panose="04020705040A02060702" pitchFamily="82" charset="0"/>
            </a:endParaRPr>
          </a:p>
        </p:txBody>
      </p:sp>
      <p:sp>
        <p:nvSpPr>
          <p:cNvPr id="4" name="ZoneTexte 3">
            <a:extLst>
              <a:ext uri="{FF2B5EF4-FFF2-40B4-BE49-F238E27FC236}">
                <a16:creationId xmlns:a16="http://schemas.microsoft.com/office/drawing/2014/main" id="{7634A9F4-4384-66F8-1160-2FBA205A7CA7}"/>
              </a:ext>
            </a:extLst>
          </p:cNvPr>
          <p:cNvSpPr txBox="1"/>
          <p:nvPr/>
        </p:nvSpPr>
        <p:spPr>
          <a:xfrm>
            <a:off x="3996965" y="1192081"/>
            <a:ext cx="4138367" cy="584775"/>
          </a:xfrm>
          <a:prstGeom prst="rect">
            <a:avLst/>
          </a:prstGeom>
          <a:noFill/>
        </p:spPr>
        <p:txBody>
          <a:bodyPr wrap="square" rtlCol="0">
            <a:spAutoFit/>
          </a:bodyPr>
          <a:lstStyle/>
          <a:p>
            <a:r>
              <a:rPr lang="fr-FR" sz="3200" b="1" dirty="0">
                <a:solidFill>
                  <a:schemeClr val="accent1"/>
                </a:solidFill>
                <a:latin typeface="Times New Roman" panose="02020603050405020304" pitchFamily="18" charset="0"/>
                <a:cs typeface="Times New Roman" panose="02020603050405020304" pitchFamily="18" charset="0"/>
              </a:rPr>
              <a:t>PRESENTATION</a:t>
            </a:r>
            <a:r>
              <a:rPr lang="fr-FR" sz="2400" b="1" dirty="0">
                <a:latin typeface="Times New Roman" panose="02020603050405020304" pitchFamily="18" charset="0"/>
                <a:cs typeface="Times New Roman" panose="02020603050405020304" pitchFamily="18" charset="0"/>
              </a:rPr>
              <a:t> </a:t>
            </a:r>
            <a:r>
              <a:rPr lang="fr-FR" sz="3200" b="1" dirty="0">
                <a:solidFill>
                  <a:schemeClr val="accent1"/>
                </a:solidFill>
                <a:latin typeface="Times New Roman" panose="02020603050405020304" pitchFamily="18" charset="0"/>
                <a:cs typeface="Times New Roman" panose="02020603050405020304" pitchFamily="18" charset="0"/>
              </a:rPr>
              <a:t>:</a:t>
            </a:r>
            <a:endParaRPr lang="fr-SN" sz="2400" b="1" dirty="0">
              <a:solidFill>
                <a:schemeClr val="accent1"/>
              </a:solidFill>
              <a:latin typeface="Times New Roman" panose="02020603050405020304" pitchFamily="18" charset="0"/>
              <a:cs typeface="Times New Roman" panose="02020603050405020304" pitchFamily="18" charset="0"/>
            </a:endParaRPr>
          </a:p>
        </p:txBody>
      </p:sp>
      <p:sp>
        <p:nvSpPr>
          <p:cNvPr id="5" name="ZoneTexte 4">
            <a:extLst>
              <a:ext uri="{FF2B5EF4-FFF2-40B4-BE49-F238E27FC236}">
                <a16:creationId xmlns:a16="http://schemas.microsoft.com/office/drawing/2014/main" id="{C453B660-1975-2CC6-BE60-742CD9288AA5}"/>
              </a:ext>
            </a:extLst>
          </p:cNvPr>
          <p:cNvSpPr txBox="1"/>
          <p:nvPr/>
        </p:nvSpPr>
        <p:spPr>
          <a:xfrm>
            <a:off x="2224726" y="1857081"/>
            <a:ext cx="5326144" cy="3892861"/>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fr-FR" sz="2800" dirty="0">
                <a:solidFill>
                  <a:schemeClr val="tx2"/>
                </a:solidFill>
                <a:latin typeface="Times New Roman" panose="02020603050405020304" pitchFamily="18" charset="0"/>
                <a:cs typeface="Times New Roman" panose="02020603050405020304" pitchFamily="18" charset="0"/>
              </a:rPr>
              <a:t>La page d’accueil </a:t>
            </a:r>
          </a:p>
          <a:p>
            <a:pPr marL="457200" indent="-457200">
              <a:lnSpc>
                <a:spcPct val="150000"/>
              </a:lnSpc>
              <a:buFont typeface="Wingdings" panose="05000000000000000000" pitchFamily="2" charset="2"/>
              <a:buChar char="Ø"/>
            </a:pPr>
            <a:r>
              <a:rPr lang="fr-FR" sz="2800" dirty="0">
                <a:solidFill>
                  <a:schemeClr val="tx2"/>
                </a:solidFill>
                <a:latin typeface="Times New Roman" panose="02020603050405020304" pitchFamily="18" charset="0"/>
                <a:cs typeface="Times New Roman" panose="02020603050405020304" pitchFamily="18" charset="0"/>
              </a:rPr>
              <a:t>Le filtrage des freelances</a:t>
            </a:r>
          </a:p>
          <a:p>
            <a:pPr marL="457200" indent="-457200">
              <a:lnSpc>
                <a:spcPct val="150000"/>
              </a:lnSpc>
              <a:buFont typeface="Wingdings" panose="05000000000000000000" pitchFamily="2" charset="2"/>
              <a:buChar char="Ø"/>
            </a:pPr>
            <a:r>
              <a:rPr lang="fr-FR" sz="2800" dirty="0">
                <a:solidFill>
                  <a:schemeClr val="tx2"/>
                </a:solidFill>
                <a:latin typeface="Times New Roman" panose="02020603050405020304" pitchFamily="18" charset="0"/>
                <a:cs typeface="Times New Roman" panose="02020603050405020304" pitchFamily="18" charset="0"/>
              </a:rPr>
              <a:t>Le formulaire de contact</a:t>
            </a:r>
          </a:p>
          <a:p>
            <a:pPr marL="457200" indent="-457200">
              <a:lnSpc>
                <a:spcPct val="150000"/>
              </a:lnSpc>
              <a:buFont typeface="Wingdings" panose="05000000000000000000" pitchFamily="2" charset="2"/>
              <a:buChar char="Ø"/>
            </a:pPr>
            <a:r>
              <a:rPr lang="fr-FR" sz="2800" dirty="0">
                <a:solidFill>
                  <a:schemeClr val="tx2"/>
                </a:solidFill>
                <a:latin typeface="Times New Roman" panose="02020603050405020304" pitchFamily="18" charset="0"/>
                <a:cs typeface="Times New Roman" panose="02020603050405020304" pitchFamily="18" charset="0"/>
              </a:rPr>
              <a:t>Les tarifs </a:t>
            </a:r>
          </a:p>
          <a:p>
            <a:pPr marL="457200" indent="-457200">
              <a:lnSpc>
                <a:spcPct val="150000"/>
              </a:lnSpc>
              <a:buFont typeface="Wingdings" panose="05000000000000000000" pitchFamily="2" charset="2"/>
              <a:buChar char="Ø"/>
            </a:pPr>
            <a:r>
              <a:rPr lang="fr-FR" sz="2800" dirty="0">
                <a:solidFill>
                  <a:schemeClr val="tx2"/>
                </a:solidFill>
                <a:latin typeface="Times New Roman" panose="02020603050405020304" pitchFamily="18" charset="0"/>
                <a:cs typeface="Times New Roman" panose="02020603050405020304" pitchFamily="18" charset="0"/>
              </a:rPr>
              <a:t>Le mode sombre</a:t>
            </a:r>
          </a:p>
          <a:p>
            <a:pPr marL="457200" indent="-457200">
              <a:lnSpc>
                <a:spcPct val="150000"/>
              </a:lnSpc>
              <a:buFont typeface="Wingdings" panose="05000000000000000000" pitchFamily="2" charset="2"/>
              <a:buChar char="Ø"/>
            </a:pPr>
            <a:r>
              <a:rPr lang="fr-FR" sz="2800" dirty="0">
                <a:solidFill>
                  <a:schemeClr val="tx2"/>
                </a:solidFill>
                <a:latin typeface="Times New Roman" panose="02020603050405020304" pitchFamily="18" charset="0"/>
                <a:cs typeface="Times New Roman" panose="02020603050405020304" pitchFamily="18" charset="0"/>
              </a:rPr>
              <a:t>Le bouton de retour en haut</a:t>
            </a:r>
            <a:endParaRPr lang="fr-SN" sz="2800" dirty="0">
              <a:solidFill>
                <a:schemeClr val="tx2"/>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56043992"/>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a:extLst>
              <a:ext uri="{FF2B5EF4-FFF2-40B4-BE49-F238E27FC236}">
                <a16:creationId xmlns:a16="http://schemas.microsoft.com/office/drawing/2014/main" id="{81C753FD-96EC-101A-B8A4-5F69A189BEF4}"/>
              </a:ext>
            </a:extLst>
          </p:cNvPr>
          <p:cNvSpPr>
            <a:spLocks noGrp="1"/>
          </p:cNvSpPr>
          <p:nvPr>
            <p:ph type="ctrTitle"/>
          </p:nvPr>
        </p:nvSpPr>
        <p:spPr>
          <a:xfrm>
            <a:off x="320510" y="0"/>
            <a:ext cx="11871489" cy="735291"/>
          </a:xfrm>
        </p:spPr>
        <p:txBody>
          <a:bodyPr rtlCol="0"/>
          <a:lstStyle>
            <a:defPPr>
              <a:defRPr lang="fr-FR"/>
            </a:defPPr>
          </a:lstStyle>
          <a:p>
            <a:pPr rtl="0"/>
            <a:r>
              <a:rPr lang="fr-FR" sz="4000" dirty="0">
                <a:latin typeface="Algerian" panose="04020705040A02060702" pitchFamily="82" charset="0"/>
              </a:rPr>
              <a:t>CONCLUSION &amp; PERSPECTIVES D’AMELIORATION</a:t>
            </a:r>
          </a:p>
        </p:txBody>
      </p:sp>
      <p:sp>
        <p:nvSpPr>
          <p:cNvPr id="5" name="Sous-titre 4">
            <a:extLst>
              <a:ext uri="{FF2B5EF4-FFF2-40B4-BE49-F238E27FC236}">
                <a16:creationId xmlns:a16="http://schemas.microsoft.com/office/drawing/2014/main" id="{67BB04B7-47A4-741B-59E0-F0E6F2126E8F}"/>
              </a:ext>
            </a:extLst>
          </p:cNvPr>
          <p:cNvSpPr>
            <a:spLocks noGrp="1"/>
          </p:cNvSpPr>
          <p:nvPr>
            <p:ph type="subTitle" idx="1"/>
          </p:nvPr>
        </p:nvSpPr>
        <p:spPr>
          <a:xfrm>
            <a:off x="320511" y="3685939"/>
            <a:ext cx="7946796" cy="2919512"/>
          </a:xfrm>
        </p:spPr>
        <p:txBody>
          <a:bodyPr rtlCol="0"/>
          <a:lstStyle>
            <a:defPPr>
              <a:defRPr lang="fr-FR"/>
            </a:defPPr>
          </a:lstStyle>
          <a:p>
            <a:pPr marL="457200" indent="-457200" rtl="0">
              <a:buFont typeface="Wingdings" panose="05000000000000000000" pitchFamily="2" charset="2"/>
              <a:buChar char="Ø"/>
            </a:pPr>
            <a:r>
              <a:rPr lang="fr-FR" dirty="0">
                <a:solidFill>
                  <a:schemeClr val="tx2"/>
                </a:solidFill>
                <a:latin typeface="Times New Roman" panose="02020603050405020304" pitchFamily="18" charset="0"/>
                <a:cs typeface="Times New Roman" panose="02020603050405020304" pitchFamily="18" charset="0"/>
              </a:rPr>
              <a:t>Ajouter une authentification utilisateur</a:t>
            </a:r>
          </a:p>
          <a:p>
            <a:pPr marL="457200" indent="-457200" rtl="0">
              <a:buFont typeface="Wingdings" panose="05000000000000000000" pitchFamily="2" charset="2"/>
              <a:buChar char="Ø"/>
            </a:pPr>
            <a:r>
              <a:rPr lang="fr-FR" dirty="0">
                <a:solidFill>
                  <a:schemeClr val="tx2"/>
                </a:solidFill>
                <a:latin typeface="Times New Roman" panose="02020603050405020304" pitchFamily="18" charset="0"/>
                <a:cs typeface="Times New Roman" panose="02020603050405020304" pitchFamily="18" charset="0"/>
              </a:rPr>
              <a:t>Connecter une base de données</a:t>
            </a:r>
          </a:p>
          <a:p>
            <a:pPr marL="457200" indent="-457200" rtl="0">
              <a:buFont typeface="Wingdings" panose="05000000000000000000" pitchFamily="2" charset="2"/>
              <a:buChar char="Ø"/>
            </a:pPr>
            <a:r>
              <a:rPr lang="fr-FR" dirty="0">
                <a:solidFill>
                  <a:schemeClr val="tx2"/>
                </a:solidFill>
                <a:latin typeface="Times New Roman" panose="02020603050405020304" pitchFamily="18" charset="0"/>
                <a:cs typeface="Times New Roman" panose="02020603050405020304" pitchFamily="18" charset="0"/>
              </a:rPr>
              <a:t>Permettre la création de profils freelances</a:t>
            </a:r>
          </a:p>
          <a:p>
            <a:pPr marL="457200" indent="-457200" rtl="0">
              <a:buFont typeface="Wingdings" panose="05000000000000000000" pitchFamily="2" charset="2"/>
              <a:buChar char="Ø"/>
            </a:pPr>
            <a:r>
              <a:rPr lang="fr-FR" dirty="0">
                <a:solidFill>
                  <a:schemeClr val="tx2"/>
                </a:solidFill>
                <a:latin typeface="Times New Roman" panose="02020603050405020304" pitchFamily="18" charset="0"/>
                <a:cs typeface="Times New Roman" panose="02020603050405020304" pitchFamily="18" charset="0"/>
              </a:rPr>
              <a:t>Intégrer un système de paiement</a:t>
            </a:r>
          </a:p>
          <a:p>
            <a:pPr marL="457200" indent="-457200" rtl="0">
              <a:buFont typeface="Wingdings" panose="05000000000000000000" pitchFamily="2" charset="2"/>
              <a:buChar char="Ø"/>
            </a:pPr>
            <a:r>
              <a:rPr lang="fr-FR" dirty="0">
                <a:solidFill>
                  <a:schemeClr val="tx2"/>
                </a:solidFill>
                <a:latin typeface="Times New Roman" panose="02020603050405020304" pitchFamily="18" charset="0"/>
                <a:cs typeface="Times New Roman" panose="02020603050405020304" pitchFamily="18" charset="0"/>
              </a:rPr>
              <a:t>Ajouter une messagerie entre clients et freelances</a:t>
            </a:r>
          </a:p>
        </p:txBody>
      </p:sp>
      <p:sp>
        <p:nvSpPr>
          <p:cNvPr id="2" name="ZoneTexte 1">
            <a:extLst>
              <a:ext uri="{FF2B5EF4-FFF2-40B4-BE49-F238E27FC236}">
                <a16:creationId xmlns:a16="http://schemas.microsoft.com/office/drawing/2014/main" id="{FD037DFF-B50F-D7EC-7CD2-0ACAAD132CB9}"/>
              </a:ext>
            </a:extLst>
          </p:cNvPr>
          <p:cNvSpPr txBox="1"/>
          <p:nvPr/>
        </p:nvSpPr>
        <p:spPr>
          <a:xfrm>
            <a:off x="2582944" y="876444"/>
            <a:ext cx="4290716" cy="461665"/>
          </a:xfrm>
          <a:prstGeom prst="rect">
            <a:avLst/>
          </a:prstGeom>
          <a:noFill/>
        </p:spPr>
        <p:txBody>
          <a:bodyPr wrap="square" rtlCol="0">
            <a:spAutoFit/>
          </a:bodyPr>
          <a:lstStyle/>
          <a:p>
            <a:r>
              <a:rPr lang="fr-FR" sz="2400" b="1" dirty="0">
                <a:solidFill>
                  <a:schemeClr val="accent1"/>
                </a:solidFill>
                <a:latin typeface="Times New Roman" panose="02020603050405020304" pitchFamily="18" charset="0"/>
                <a:cs typeface="Times New Roman" panose="02020603050405020304" pitchFamily="18" charset="0"/>
              </a:rPr>
              <a:t>CONCLUSION</a:t>
            </a:r>
            <a:endParaRPr lang="fr-SN" b="1" dirty="0">
              <a:solidFill>
                <a:schemeClr val="accent1"/>
              </a:solidFill>
              <a:latin typeface="Times New Roman" panose="02020603050405020304" pitchFamily="18" charset="0"/>
              <a:cs typeface="Times New Roman" panose="02020603050405020304" pitchFamily="18" charset="0"/>
            </a:endParaRPr>
          </a:p>
        </p:txBody>
      </p:sp>
      <p:sp>
        <p:nvSpPr>
          <p:cNvPr id="3" name="ZoneTexte 2">
            <a:extLst>
              <a:ext uri="{FF2B5EF4-FFF2-40B4-BE49-F238E27FC236}">
                <a16:creationId xmlns:a16="http://schemas.microsoft.com/office/drawing/2014/main" id="{1E598B34-321C-15A2-9FCC-3976F098BAE1}"/>
              </a:ext>
            </a:extLst>
          </p:cNvPr>
          <p:cNvSpPr txBox="1"/>
          <p:nvPr/>
        </p:nvSpPr>
        <p:spPr>
          <a:xfrm>
            <a:off x="0" y="1479263"/>
            <a:ext cx="8493551" cy="1200329"/>
          </a:xfrm>
          <a:prstGeom prst="rect">
            <a:avLst/>
          </a:prstGeom>
          <a:noFill/>
        </p:spPr>
        <p:txBody>
          <a:bodyPr wrap="square" rtlCol="0">
            <a:spAutoFit/>
          </a:bodyPr>
          <a:lstStyle/>
          <a:p>
            <a:r>
              <a:rPr lang="fr-FR" sz="2400" dirty="0">
                <a:solidFill>
                  <a:schemeClr val="tx2"/>
                </a:solidFill>
                <a:latin typeface="Times New Roman" panose="02020603050405020304" pitchFamily="18" charset="0"/>
                <a:cs typeface="Times New Roman" panose="02020603050405020304" pitchFamily="18" charset="0"/>
              </a:rPr>
              <a:t>Ce projet m’a permis de renformer mes compétences en HTML, CSS, Bootstrap, JavaScript et Git/GitHub tout en réalisant un site web responsive et fonctionnel.</a:t>
            </a:r>
            <a:endParaRPr lang="fr-SN" sz="2400" dirty="0">
              <a:solidFill>
                <a:schemeClr val="tx2"/>
              </a:solidFill>
              <a:latin typeface="Times New Roman" panose="02020603050405020304" pitchFamily="18" charset="0"/>
              <a:cs typeface="Times New Roman" panose="02020603050405020304" pitchFamily="18" charset="0"/>
            </a:endParaRPr>
          </a:p>
        </p:txBody>
      </p:sp>
      <p:sp>
        <p:nvSpPr>
          <p:cNvPr id="8" name="ZoneTexte 7">
            <a:extLst>
              <a:ext uri="{FF2B5EF4-FFF2-40B4-BE49-F238E27FC236}">
                <a16:creationId xmlns:a16="http://schemas.microsoft.com/office/drawing/2014/main" id="{004106AB-F53C-8472-3E51-6065D1CC990B}"/>
              </a:ext>
            </a:extLst>
          </p:cNvPr>
          <p:cNvSpPr txBox="1"/>
          <p:nvPr/>
        </p:nvSpPr>
        <p:spPr>
          <a:xfrm>
            <a:off x="2582944" y="2969443"/>
            <a:ext cx="3831498" cy="461665"/>
          </a:xfrm>
          <a:prstGeom prst="rect">
            <a:avLst/>
          </a:prstGeom>
          <a:noFill/>
        </p:spPr>
        <p:txBody>
          <a:bodyPr wrap="none" rtlCol="0">
            <a:spAutoFit/>
          </a:bodyPr>
          <a:lstStyle/>
          <a:p>
            <a:r>
              <a:rPr lang="fr-FR" sz="2400" b="1" dirty="0">
                <a:solidFill>
                  <a:schemeClr val="accent1"/>
                </a:solidFill>
                <a:latin typeface="Times New Roman" panose="02020603050405020304" pitchFamily="18" charset="0"/>
                <a:cs typeface="Times New Roman" panose="02020603050405020304" pitchFamily="18" charset="0"/>
              </a:rPr>
              <a:t>Perspectives d’amélioration</a:t>
            </a:r>
            <a:endParaRPr lang="fr-SN" sz="2400" b="1" dirty="0">
              <a:solidFill>
                <a:schemeClr val="accent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967352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5">
                                            <p:txEl>
                                              <p:pRg st="0" end="0"/>
                                            </p:txEl>
                                          </p:spTgt>
                                        </p:tgtEl>
                                        <p:attrNameLst>
                                          <p:attrName>style.visibility</p:attrName>
                                        </p:attrNameLst>
                                      </p:cBhvr>
                                      <p:to>
                                        <p:strVal val="visible"/>
                                      </p:to>
                                    </p:set>
                                    <p:animEffect transition="in" filter="fade">
                                      <p:cBhvr>
                                        <p:cTn id="14" dur="1000"/>
                                        <p:tgtEl>
                                          <p:spTgt spid="5">
                                            <p:txEl>
                                              <p:pRg st="0" end="0"/>
                                            </p:txEl>
                                          </p:spTgt>
                                        </p:tgtEl>
                                      </p:cBhvr>
                                    </p:animEffect>
                                    <p:anim calcmode="lin" valueType="num">
                                      <p:cBhvr>
                                        <p:cTn id="15"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5">
                                            <p:txEl>
                                              <p:pRg st="1" end="1"/>
                                            </p:txEl>
                                          </p:spTgt>
                                        </p:tgtEl>
                                        <p:attrNameLst>
                                          <p:attrName>style.visibility</p:attrName>
                                        </p:attrNameLst>
                                      </p:cBhvr>
                                      <p:to>
                                        <p:strVal val="visible"/>
                                      </p:to>
                                    </p:set>
                                    <p:animEffect transition="in" filter="fade">
                                      <p:cBhvr>
                                        <p:cTn id="21" dur="1000"/>
                                        <p:tgtEl>
                                          <p:spTgt spid="5">
                                            <p:txEl>
                                              <p:pRg st="1" end="1"/>
                                            </p:txEl>
                                          </p:spTgt>
                                        </p:tgtEl>
                                      </p:cBhvr>
                                    </p:animEffect>
                                    <p:anim calcmode="lin" valueType="num">
                                      <p:cBhvr>
                                        <p:cTn id="22"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5">
                                            <p:txEl>
                                              <p:pRg st="2" end="2"/>
                                            </p:txEl>
                                          </p:spTgt>
                                        </p:tgtEl>
                                        <p:attrNameLst>
                                          <p:attrName>style.visibility</p:attrName>
                                        </p:attrNameLst>
                                      </p:cBhvr>
                                      <p:to>
                                        <p:strVal val="visible"/>
                                      </p:to>
                                    </p:set>
                                    <p:animEffect transition="in" filter="fade">
                                      <p:cBhvr>
                                        <p:cTn id="28" dur="1000"/>
                                        <p:tgtEl>
                                          <p:spTgt spid="5">
                                            <p:txEl>
                                              <p:pRg st="2" end="2"/>
                                            </p:txEl>
                                          </p:spTgt>
                                        </p:tgtEl>
                                      </p:cBhvr>
                                    </p:animEffect>
                                    <p:anim calcmode="lin" valueType="num">
                                      <p:cBhvr>
                                        <p:cTn id="29"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animEffect transition="in" filter="fade">
                                      <p:cBhvr>
                                        <p:cTn id="35" dur="1000"/>
                                        <p:tgtEl>
                                          <p:spTgt spid="5">
                                            <p:txEl>
                                              <p:pRg st="3" end="3"/>
                                            </p:txEl>
                                          </p:spTgt>
                                        </p:tgtEl>
                                      </p:cBhvr>
                                    </p:animEffect>
                                    <p:anim calcmode="lin" valueType="num">
                                      <p:cBhvr>
                                        <p:cTn id="36"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5">
                                            <p:txEl>
                                              <p:pRg st="4" end="4"/>
                                            </p:txEl>
                                          </p:spTgt>
                                        </p:tgtEl>
                                        <p:attrNameLst>
                                          <p:attrName>style.visibility</p:attrName>
                                        </p:attrNameLst>
                                      </p:cBhvr>
                                      <p:to>
                                        <p:strVal val="visible"/>
                                      </p:to>
                                    </p:set>
                                    <p:animEffect transition="in" filter="fade">
                                      <p:cBhvr>
                                        <p:cTn id="42" dur="1000"/>
                                        <p:tgtEl>
                                          <p:spTgt spid="5">
                                            <p:txEl>
                                              <p:pRg st="4" end="4"/>
                                            </p:txEl>
                                          </p:spTgt>
                                        </p:tgtEl>
                                      </p:cBhvr>
                                    </p:animEffect>
                                    <p:anim calcmode="lin" valueType="num">
                                      <p:cBhvr>
                                        <p:cTn id="43"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815A5B1-57DE-1675-D218-D718A9FCA320}"/>
              </a:ext>
            </a:extLst>
          </p:cNvPr>
          <p:cNvSpPr>
            <a:spLocks noGrp="1"/>
          </p:cNvSpPr>
          <p:nvPr>
            <p:ph type="ctrTitle"/>
          </p:nvPr>
        </p:nvSpPr>
        <p:spPr>
          <a:xfrm>
            <a:off x="226243" y="252549"/>
            <a:ext cx="10444899" cy="3386197"/>
          </a:xfrm>
        </p:spPr>
        <p:txBody>
          <a:bodyPr/>
          <a:lstStyle/>
          <a:p>
            <a:r>
              <a:rPr lang="fr-FR" sz="4000" dirty="0">
                <a:solidFill>
                  <a:schemeClr val="accent1"/>
                </a:solidFill>
                <a:latin typeface="Algerian" panose="04020705040A02060702" pitchFamily="82" charset="0"/>
              </a:rPr>
              <a:t>MERCI POUR VOTRE ATTENTION !</a:t>
            </a:r>
            <a:endParaRPr lang="fr-SN" sz="4000" dirty="0">
              <a:solidFill>
                <a:schemeClr val="accent1"/>
              </a:solidFill>
              <a:latin typeface="Algerian" panose="04020705040A02060702" pitchFamily="82" charset="0"/>
            </a:endParaRPr>
          </a:p>
        </p:txBody>
      </p:sp>
    </p:spTree>
    <p:extLst>
      <p:ext uri="{BB962C8B-B14F-4D97-AF65-F5344CB8AC3E}">
        <p14:creationId xmlns:p14="http://schemas.microsoft.com/office/powerpoint/2010/main" val="2677506989"/>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sld>
</file>

<file path=ppt/theme/theme1.xml><?xml version="1.0" encoding="utf-8"?>
<a:theme xmlns:a="http://schemas.openxmlformats.org/drawingml/2006/main" name="Personnalisé">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Custom 75">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73135354_TF45331398_Win32" id="{C5EE15C2-F5A4-4765-8CC2-D658FE393FBC}" vid="{03207F67-BCF6-498B-8870-4FA7CB04C4B8}"/>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1E98C35-9ECE-4425-BCBA-00E118C705CE}">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5A8381C-73EB-48EA-B45F-7B7C8C7DF409}">
  <ds:schemaRefs>
    <ds:schemaRef ds:uri="http://schemas.microsoft.com/sharepoint/v3/contenttype/forms"/>
  </ds:schemaRefs>
</ds:datastoreItem>
</file>

<file path=customXml/itemProps3.xml><?xml version="1.0" encoding="utf-8"?>
<ds:datastoreItem xmlns:ds="http://schemas.openxmlformats.org/officeDocument/2006/customXml" ds:itemID="{5AA6A711-2C3F-4EC0-B88B-62D7408511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Présentation universelle</Template>
  <TotalTime>5371</TotalTime>
  <Words>553</Words>
  <Application>Microsoft Office PowerPoint</Application>
  <PresentationFormat>Grand écran</PresentationFormat>
  <Paragraphs>136</Paragraphs>
  <Slides>15</Slides>
  <Notes>13</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15</vt:i4>
      </vt:variant>
    </vt:vector>
  </HeadingPairs>
  <TitlesOfParts>
    <vt:vector size="23" baseType="lpstr">
      <vt:lpstr>Algerian</vt:lpstr>
      <vt:lpstr>Arial</vt:lpstr>
      <vt:lpstr>Calibri</vt:lpstr>
      <vt:lpstr>Courier New</vt:lpstr>
      <vt:lpstr>Tenorite</vt:lpstr>
      <vt:lpstr>Times New Roman</vt:lpstr>
      <vt:lpstr>Wingdings</vt:lpstr>
      <vt:lpstr>Personnalisé</vt:lpstr>
      <vt:lpstr>AfriTalent</vt:lpstr>
      <vt:lpstr>SOMMAIRE</vt:lpstr>
      <vt:lpstr> Le travail indépendant se développe rapidement et de nombreuses entreprises recherches des compétences numériques.</vt:lpstr>
      <vt:lpstr>Choix de design</vt:lpstr>
      <vt:lpstr>Polices utilisées</vt:lpstr>
      <vt:lpstr>Architecture du site</vt:lpstr>
      <vt:lpstr>Captures des pages</vt:lpstr>
      <vt:lpstr>JavaScript</vt:lpstr>
      <vt:lpstr> BOOTSTRAP &amp; CSS</vt:lpstr>
      <vt:lpstr>GitHub</vt:lpstr>
      <vt:lpstr>DIFFICULTES RENCONTREES</vt:lpstr>
      <vt:lpstr>Ressources et documentation utilisées</vt:lpstr>
      <vt:lpstr>DEMONSTRATION</vt:lpstr>
      <vt:lpstr>CONCLUSION &amp; PERSPECTIVES D’AMELIORATION</vt:lpstr>
      <vt:lpstr>MERCI POUR VOTRE ATTENTION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ASS MALICK NGUIRANE</dc:creator>
  <cp:lastModifiedBy>ASS MALICK NGUIRANE</cp:lastModifiedBy>
  <cp:revision>13</cp:revision>
  <dcterms:created xsi:type="dcterms:W3CDTF">2026-06-17T11:30:50Z</dcterms:created>
  <dcterms:modified xsi:type="dcterms:W3CDTF">2026-06-21T05:02:40Z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